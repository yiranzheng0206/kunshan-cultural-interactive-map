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6002000" cy="113157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79"/>
    <p:restoredTop sz="94690"/>
  </p:normalViewPr>
  <p:slideViewPr>
    <p:cSldViewPr snapToGrid="0">
      <p:cViewPr>
        <p:scale>
          <a:sx n="133" d="100"/>
          <a:sy n="133" d="100"/>
        </p:scale>
        <p:origin x="-5552" y="-4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E23E24-1C3C-4466-9241-B92DF8E29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74820"/>
            <a:ext cx="12801600" cy="163449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61FF8DF-076A-43EA-AF21-BA72A1F07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0300" y="6223635"/>
            <a:ext cx="112014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27370D0-B5AE-45E9-8DD2-5D841E0DF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714875"/>
            <a:ext cx="12801600" cy="18859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5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64DE797-DC58-40CF-B209-F6ADC61D7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880110"/>
            <a:ext cx="14201775" cy="138303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C53CBEF-4BF8-40D7-88E6-4AC808756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113" y="3143250"/>
            <a:ext cx="14201775" cy="704088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003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0008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0013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0018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0023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0028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0033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0038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50043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44BEBEF-54F4-43ED-95E7-358CDCBD4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880110"/>
            <a:ext cx="14201775" cy="138303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0977DD9-E95B-4D81-B24F-C51DE3C59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113" y="3143250"/>
            <a:ext cx="6600825" cy="704088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003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0008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0013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0018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0023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0028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0033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0038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50043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08F2AF3C-6F68-411D-A454-3C8F307DA38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501063" y="3143250"/>
            <a:ext cx="6600825" cy="704088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003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0008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0013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0018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0023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0028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0033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0038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50043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7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892DF0-A130-4D98-BCE0-2A83521A0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880110"/>
            <a:ext cx="14201775" cy="138303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D60304D-145D-4364-9C96-E1358944B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113" y="3143250"/>
            <a:ext cx="6600825" cy="704088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003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0008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0013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0018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0023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0028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0033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0038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500438" indent="-300037" algn="l">
              <a:lnSpc>
                <a:spcPct val="110000"/>
              </a:lnSpc>
              <a:spcBef>
                <a:spcPts val="0"/>
              </a:spcBef>
              <a:spcAft>
                <a:spcPts val="1575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YiranZheng0206/Kunshan-Cultural-Interactive-Map/tree/2eab8b7fc876711c0817cc0c41abfb8956e0b180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kunshan-cultural-interactive-map.vercel.app/" TargetMode="External"/><Relationship Id="rId12" Type="http://schemas.openxmlformats.org/officeDocument/2006/relationships/hyperlink" Target="https://github.com/YiranZheng0206/Kunshan-Cultural-Interactive-Map/blob/main/Team6_INFOSCI301_DemoVideo.mp4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hyperlink" Target="https://github.com/YiranZheng0206/Kunshan-Cultural-Interactive-Map/blob/main/Team6_INFOSCI301_ProjectProgress_Report.docx" TargetMode="External"/><Relationship Id="rId5" Type="http://schemas.openxmlformats.org/officeDocument/2006/relationships/image" Target="../media/image3.png"/><Relationship Id="rId10" Type="http://schemas.openxmlformats.org/officeDocument/2006/relationships/hyperlink" Target="https://github.com/YiranZheng0206/Kunshan-Cultural-Interactive-Map/blob/main/Kunshan_Cultural_Interactive_Map_Poster_Final_v5.pptx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github.com/YiranZheng0206/Kunshan-Cultural-Interactive-Map/blob/main/Team6_INFOSCI301_FinalProject_Poster.ppt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矩形 131">
            <a:extLst>
              <a:ext uri="{FF2B5EF4-FFF2-40B4-BE49-F238E27FC236}">
                <a16:creationId xmlns:a16="http://schemas.microsoft.com/office/drawing/2014/main" id="{4C0708DC-B416-402D-8106-B5A11E4FD6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6002000" cy="1066800"/>
          </a:xfrm>
          <a:prstGeom prst="rect">
            <a:avLst/>
          </a:prstGeom>
          <a:solidFill>
            <a:srgbClr val="153A35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68FB282-CE84-456E-B930-D78237A5A45B}"/>
              </a:ext>
            </a:extLst>
          </p:cNvPr>
          <p:cNvSpPr>
            <a:spLocks noGrp="1"/>
          </p:cNvSpPr>
          <p:nvPr/>
        </p:nvSpPr>
        <p:spPr>
          <a:xfrm>
            <a:off x="438150" y="18097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FFFFFF"/>
                </a:solidFill>
              </a:defRPr>
            </a:defPPr>
            <a:lvl1pPr>
              <a:defRPr sz="1050" b="1">
                <a:solidFill>
                  <a:srgbClr val="FFFFFF"/>
                </a:solidFill>
              </a:defRPr>
            </a:lvl1pPr>
            <a:lvl2pPr>
              <a:defRPr sz="1050" b="1">
                <a:solidFill>
                  <a:srgbClr val="FFFFFF"/>
                </a:solidFill>
              </a:defRPr>
            </a:lvl2pPr>
            <a:lvl3pPr>
              <a:defRPr sz="1050" b="1">
                <a:solidFill>
                  <a:srgbClr val="FFFFFF"/>
                </a:solidFill>
              </a:defRPr>
            </a:lvl3pPr>
            <a:lvl4pPr>
              <a:defRPr sz="1050" b="1">
                <a:solidFill>
                  <a:srgbClr val="FFFFFF"/>
                </a:solidFill>
              </a:defRPr>
            </a:lvl4pPr>
            <a:lvl5pPr>
              <a:defRPr sz="1050" b="1">
                <a:solidFill>
                  <a:srgbClr val="FFFFFF"/>
                </a:solidFill>
              </a:defRPr>
            </a:lvl5pPr>
            <a:lvl6pPr>
              <a:defRPr sz="1050" b="1">
                <a:solidFill>
                  <a:srgbClr val="FFFFFF"/>
                </a:solidFill>
              </a:defRPr>
            </a:lvl6pPr>
            <a:lvl7pPr>
              <a:defRPr sz="1050" b="1">
                <a:solidFill>
                  <a:srgbClr val="FFFFFF"/>
                </a:solidFill>
              </a:defRPr>
            </a:lvl7pPr>
            <a:lvl8pPr>
              <a:defRPr sz="1050" b="1">
                <a:solidFill>
                  <a:srgbClr val="FFFFFF"/>
                </a:solidFill>
              </a:defRPr>
            </a:lvl8pPr>
            <a:lvl9pPr>
              <a:defRPr sz="1050" b="1">
                <a:solidFill>
                  <a:srgbClr val="FFFFFF"/>
                </a:solidFill>
              </a:defRPr>
            </a:lvl9pPr>
          </a:lstStyle>
          <a:p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INFOSCI 301  ·  FINAL GROUP PROJECT  ·  A0 LANDSCAPE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B3DB67-8772-4C3A-9D65-B911302F5112}"/>
              </a:ext>
            </a:extLst>
          </p:cNvPr>
          <p:cNvSpPr>
            <a:spLocks noGrp="1"/>
          </p:cNvSpPr>
          <p:nvPr/>
        </p:nvSpPr>
        <p:spPr>
          <a:xfrm>
            <a:off x="438150" y="438150"/>
            <a:ext cx="981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FFFFFF"/>
                </a:solidFill>
              </a:defRPr>
            </a:defPPr>
            <a:lvl1pPr>
              <a:defRPr sz="2550" b="1">
                <a:solidFill>
                  <a:srgbClr val="FFFFFF"/>
                </a:solidFill>
              </a:defRPr>
            </a:lvl1pPr>
            <a:lvl2pPr>
              <a:defRPr sz="2550" b="1">
                <a:solidFill>
                  <a:srgbClr val="FFFFFF"/>
                </a:solidFill>
              </a:defRPr>
            </a:lvl2pPr>
            <a:lvl3pPr>
              <a:defRPr sz="2550" b="1">
                <a:solidFill>
                  <a:srgbClr val="FFFFFF"/>
                </a:solidFill>
              </a:defRPr>
            </a:lvl3pPr>
            <a:lvl4pPr>
              <a:defRPr sz="2550" b="1">
                <a:solidFill>
                  <a:srgbClr val="FFFFFF"/>
                </a:solidFill>
              </a:defRPr>
            </a:lvl4pPr>
            <a:lvl5pPr>
              <a:defRPr sz="2550" b="1">
                <a:solidFill>
                  <a:srgbClr val="FFFFFF"/>
                </a:solidFill>
              </a:defRPr>
            </a:lvl5pPr>
            <a:lvl6pPr>
              <a:defRPr sz="2550" b="1">
                <a:solidFill>
                  <a:srgbClr val="FFFFFF"/>
                </a:solidFill>
              </a:defRPr>
            </a:lvl6pPr>
            <a:lvl7pPr>
              <a:defRPr sz="2550" b="1">
                <a:solidFill>
                  <a:srgbClr val="FFFFFF"/>
                </a:solidFill>
              </a:defRPr>
            </a:lvl7pPr>
            <a:lvl8pPr>
              <a:defRPr sz="2550" b="1">
                <a:solidFill>
                  <a:srgbClr val="FFFFFF"/>
                </a:solidFill>
              </a:defRPr>
            </a:lvl8pPr>
            <a:lvl9pPr>
              <a:defRPr sz="2550" b="1">
                <a:solidFill>
                  <a:srgbClr val="FFFFFF"/>
                </a:solidFill>
              </a:defRPr>
            </a:lvl9pPr>
          </a:lstStyle>
          <a:p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Kunshan Cultural Interactive Map for Cultural Exploration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3822D5-4B37-4E39-AB0B-9491ED963256}"/>
              </a:ext>
            </a:extLst>
          </p:cNvPr>
          <p:cNvSpPr>
            <a:spLocks noGrp="1"/>
          </p:cNvSpPr>
          <p:nvPr/>
        </p:nvSpPr>
        <p:spPr>
          <a:xfrm>
            <a:off x="438150" y="818231"/>
            <a:ext cx="1181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D9E8F1"/>
                </a:solidFill>
              </a:defRPr>
            </a:defPPr>
            <a:lvl1pPr>
              <a:defRPr sz="900" b="0">
                <a:solidFill>
                  <a:srgbClr val="D9E8F1"/>
                </a:solidFill>
              </a:defRPr>
            </a:lvl1pPr>
            <a:lvl2pPr>
              <a:defRPr sz="900" b="0">
                <a:solidFill>
                  <a:srgbClr val="D9E8F1"/>
                </a:solidFill>
              </a:defRPr>
            </a:lvl2pPr>
            <a:lvl3pPr>
              <a:defRPr sz="900" b="0">
                <a:solidFill>
                  <a:srgbClr val="D9E8F1"/>
                </a:solidFill>
              </a:defRPr>
            </a:lvl3pPr>
            <a:lvl4pPr>
              <a:defRPr sz="900" b="0">
                <a:solidFill>
                  <a:srgbClr val="D9E8F1"/>
                </a:solidFill>
              </a:defRPr>
            </a:lvl4pPr>
            <a:lvl5pPr>
              <a:defRPr sz="900" b="0">
                <a:solidFill>
                  <a:srgbClr val="D9E8F1"/>
                </a:solidFill>
              </a:defRPr>
            </a:lvl5pPr>
            <a:lvl6pPr>
              <a:defRPr sz="900" b="0">
                <a:solidFill>
                  <a:srgbClr val="D9E8F1"/>
                </a:solidFill>
              </a:defRPr>
            </a:lvl6pPr>
            <a:lvl7pPr>
              <a:defRPr sz="900" b="0">
                <a:solidFill>
                  <a:srgbClr val="D9E8F1"/>
                </a:solidFill>
              </a:defRPr>
            </a:lvl7pPr>
            <a:lvl8pPr>
              <a:defRPr sz="900" b="0">
                <a:solidFill>
                  <a:srgbClr val="D9E8F1"/>
                </a:solidFill>
              </a:defRPr>
            </a:lvl8pPr>
            <a:lvl9pPr>
              <a:defRPr sz="900" b="0">
                <a:solidFill>
                  <a:srgbClr val="D9E8F1"/>
                </a:solidFill>
              </a:defRPr>
            </a:lvl9pPr>
          </a:lstStyle>
          <a:p>
            <a:pPr>
              <a:defRPr sz="900" b="0">
                <a:solidFill>
                  <a:srgbClr val="D9E8F1"/>
                </a:solidFill>
              </a:defRPr>
            </a:pPr>
            <a:r>
              <a:rPr sz="900" b="0" dirty="0">
                <a:solidFill>
                  <a:srgbClr val="D9E8F1"/>
                </a:solidFill>
              </a:rPr>
              <a:t>A bilingual prototype that lets visitors inspect cultural records, source-linked relationships, and heuristic route options. It does not establish usability, live-navigation quality, or heritage impact.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274AE3-07E1-46BE-BBBC-D31D7244AEC7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15097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405D72"/>
                </a:solidFill>
              </a:defRPr>
            </a:defPPr>
            <a:lvl1pPr>
              <a:defRPr sz="900" b="0">
                <a:solidFill>
                  <a:srgbClr val="405D72"/>
                </a:solidFill>
              </a:defRPr>
            </a:lvl1pPr>
            <a:lvl2pPr>
              <a:defRPr sz="900" b="0">
                <a:solidFill>
                  <a:srgbClr val="405D72"/>
                </a:solidFill>
              </a:defRPr>
            </a:lvl2pPr>
            <a:lvl3pPr>
              <a:defRPr sz="900" b="0">
                <a:solidFill>
                  <a:srgbClr val="405D72"/>
                </a:solidFill>
              </a:defRPr>
            </a:lvl3pPr>
            <a:lvl4pPr>
              <a:defRPr sz="900" b="0">
                <a:solidFill>
                  <a:srgbClr val="405D72"/>
                </a:solidFill>
              </a:defRPr>
            </a:lvl4pPr>
            <a:lvl5pPr>
              <a:defRPr sz="900" b="0">
                <a:solidFill>
                  <a:srgbClr val="405D72"/>
                </a:solidFill>
              </a:defRPr>
            </a:lvl5pPr>
            <a:lvl6pPr>
              <a:defRPr sz="900" b="0">
                <a:solidFill>
                  <a:srgbClr val="405D72"/>
                </a:solidFill>
              </a:defRPr>
            </a:lvl6pPr>
            <a:lvl7pPr>
              <a:defRPr sz="900" b="0">
                <a:solidFill>
                  <a:srgbClr val="405D72"/>
                </a:solidFill>
              </a:defRPr>
            </a:lvl7pPr>
            <a:lvl8pPr>
              <a:defRPr sz="900" b="0">
                <a:solidFill>
                  <a:srgbClr val="405D72"/>
                </a:solidFill>
              </a:defRPr>
            </a:lvl8pPr>
            <a:lvl9pPr>
              <a:defRPr sz="900" b="0">
                <a:solidFill>
                  <a:srgbClr val="405D72"/>
                </a:solidFill>
              </a:defRPr>
            </a:lvl9pPr>
          </a:lstStyle>
          <a:p>
            <a:pPr>
              <a:defRPr sz="900" b="0">
                <a:solidFill>
                  <a:srgbClr val="405D72"/>
                </a:solidFill>
              </a:defRPr>
            </a:pPr>
            <a:r>
              <a:rPr sz="900" b="0" dirty="0">
                <a:solidFill>
                  <a:srgbClr val="405D72"/>
                </a:solidFill>
              </a:rPr>
              <a:t>TEAM 6  ·  Yihong Lin [yl999] system/data  ·  Yiran Zheng [yz1011] visual/interface  ·  Sitong Chang [sc972] visualization/evaluation  ·  commit </a:t>
            </a:r>
            <a:r>
              <a:rPr lang="en" dirty="0"/>
              <a:t>5466e23</a:t>
            </a:r>
            <a:r>
              <a:rPr sz="900" b="0" dirty="0">
                <a:solidFill>
                  <a:srgbClr val="405D72"/>
                </a:solidFill>
              </a:rPr>
              <a:t>  ·  </a:t>
            </a:r>
            <a:r>
              <a:rPr lang="en-US" altLang="zh-CN" sz="900" b="0" dirty="0">
                <a:solidFill>
                  <a:srgbClr val="405D72"/>
                </a:solidFill>
              </a:rPr>
              <a:t>21</a:t>
            </a:r>
            <a:r>
              <a:rPr sz="900" b="0" dirty="0">
                <a:solidFill>
                  <a:srgbClr val="405D72"/>
                </a:solidFill>
              </a:rPr>
              <a:t> Oct 2026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35513C-FF0F-4251-B23B-AAD94B8621D3}"/>
              </a:ext>
            </a:extLst>
          </p:cNvPr>
          <p:cNvSpPr>
            <a:spLocks noGrp="1"/>
          </p:cNvSpPr>
          <p:nvPr/>
        </p:nvSpPr>
        <p:spPr>
          <a:xfrm>
            <a:off x="438150" y="17145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A64A36"/>
                </a:solidFill>
              </a:defRPr>
            </a:defPPr>
            <a:lvl1pPr>
              <a:defRPr sz="975" b="1">
                <a:solidFill>
                  <a:srgbClr val="A64A36"/>
                </a:solidFill>
              </a:defRPr>
            </a:lvl1pPr>
            <a:lvl2pPr>
              <a:defRPr sz="975" b="1">
                <a:solidFill>
                  <a:srgbClr val="A64A36"/>
                </a:solidFill>
              </a:defRPr>
            </a:lvl2pPr>
            <a:lvl3pPr>
              <a:defRPr sz="975" b="1">
                <a:solidFill>
                  <a:srgbClr val="A64A36"/>
                </a:solidFill>
              </a:defRPr>
            </a:lvl3pPr>
            <a:lvl4pPr>
              <a:defRPr sz="975" b="1">
                <a:solidFill>
                  <a:srgbClr val="A64A36"/>
                </a:solidFill>
              </a:defRPr>
            </a:lvl4pPr>
            <a:lvl5pPr>
              <a:defRPr sz="975" b="1">
                <a:solidFill>
                  <a:srgbClr val="A64A36"/>
                </a:solidFill>
              </a:defRPr>
            </a:lvl5pPr>
            <a:lvl6pPr>
              <a:defRPr sz="975" b="1">
                <a:solidFill>
                  <a:srgbClr val="A64A36"/>
                </a:solidFill>
              </a:defRPr>
            </a:lvl6pPr>
            <a:lvl7pPr>
              <a:defRPr sz="975" b="1">
                <a:solidFill>
                  <a:srgbClr val="A64A36"/>
                </a:solidFill>
              </a:defRPr>
            </a:lvl7pPr>
            <a:lvl8pPr>
              <a:defRPr sz="975" b="1">
                <a:solidFill>
                  <a:srgbClr val="A64A36"/>
                </a:solidFill>
              </a:defRPr>
            </a:lvl8pPr>
            <a:lvl9pPr>
              <a:defRPr sz="975" b="1">
                <a:solidFill>
                  <a:srgbClr val="A64A36"/>
                </a:solidFill>
              </a:defRPr>
            </a:lvl9pPr>
          </a:lstStyle>
          <a:p>
            <a:pPr>
              <a:defRPr sz="975" b="1">
                <a:solidFill>
                  <a:srgbClr val="A64A36"/>
                </a:solidFill>
              </a:defRPr>
            </a:pPr>
            <a:r>
              <a:rPr sz="975" b="1">
                <a:solidFill>
                  <a:srgbClr val="A64A36"/>
                </a:solidFill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947104-AD56-46A5-A2DC-ACE1F77CA791}"/>
              </a:ext>
            </a:extLst>
          </p:cNvPr>
          <p:cNvSpPr>
            <a:spLocks noGrp="1"/>
          </p:cNvSpPr>
          <p:nvPr/>
        </p:nvSpPr>
        <p:spPr>
          <a:xfrm>
            <a:off x="847725" y="1695450"/>
            <a:ext cx="68294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153A35"/>
                </a:solidFill>
              </a:defRPr>
            </a:defPPr>
            <a:lvl1pPr>
              <a:defRPr sz="1575" b="1">
                <a:solidFill>
                  <a:srgbClr val="153A35"/>
                </a:solidFill>
              </a:defRPr>
            </a:lvl1pPr>
            <a:lvl2pPr>
              <a:defRPr sz="1575" b="1">
                <a:solidFill>
                  <a:srgbClr val="153A35"/>
                </a:solidFill>
              </a:defRPr>
            </a:lvl2pPr>
            <a:lvl3pPr>
              <a:defRPr sz="1575" b="1">
                <a:solidFill>
                  <a:srgbClr val="153A35"/>
                </a:solidFill>
              </a:defRPr>
            </a:lvl3pPr>
            <a:lvl4pPr>
              <a:defRPr sz="1575" b="1">
                <a:solidFill>
                  <a:srgbClr val="153A35"/>
                </a:solidFill>
              </a:defRPr>
            </a:lvl4pPr>
            <a:lvl5pPr>
              <a:defRPr sz="1575" b="1">
                <a:solidFill>
                  <a:srgbClr val="153A35"/>
                </a:solidFill>
              </a:defRPr>
            </a:lvl5pPr>
            <a:lvl6pPr>
              <a:defRPr sz="1575" b="1">
                <a:solidFill>
                  <a:srgbClr val="153A35"/>
                </a:solidFill>
              </a:defRPr>
            </a:lvl6pPr>
            <a:lvl7pPr>
              <a:defRPr sz="1575" b="1">
                <a:solidFill>
                  <a:srgbClr val="153A35"/>
                </a:solidFill>
              </a:defRPr>
            </a:lvl7pPr>
            <a:lvl8pPr>
              <a:defRPr sz="1575" b="1">
                <a:solidFill>
                  <a:srgbClr val="153A35"/>
                </a:solidFill>
              </a:defRPr>
            </a:lvl8pPr>
            <a:lvl9pPr>
              <a:defRPr sz="1575" b="1">
                <a:solidFill>
                  <a:srgbClr val="153A35"/>
                </a:solidFill>
              </a:defRPr>
            </a:lvl9pPr>
          </a:lstStyle>
          <a:p>
            <a:pPr>
              <a:defRPr sz="1575" b="1">
                <a:solidFill>
                  <a:srgbClr val="153A35"/>
                </a:solidFill>
              </a:defRPr>
            </a:pPr>
            <a:r>
              <a:rPr sz="1575" b="1">
                <a:solidFill>
                  <a:srgbClr val="153A35"/>
                </a:solidFill>
              </a:rPr>
              <a:t>Question, user task, and evidence boundary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02B0AC-2851-4859-9D03-69537579294C}"/>
              </a:ext>
            </a:extLst>
          </p:cNvPr>
          <p:cNvSpPr>
            <a:spLocks noGrp="1"/>
          </p:cNvSpPr>
          <p:nvPr/>
        </p:nvSpPr>
        <p:spPr>
          <a:xfrm>
            <a:off x="438150" y="2000250"/>
            <a:ext cx="7239000" cy="19050"/>
          </a:xfrm>
          <a:prstGeom prst="rect">
            <a:avLst/>
          </a:prstGeom>
          <a:solidFill>
            <a:srgbClr val="13796F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A8CD74-FD1F-43A3-B848-2183191275F9}"/>
              </a:ext>
            </a:extLst>
          </p:cNvPr>
          <p:cNvSpPr>
            <a:spLocks noGrp="1"/>
          </p:cNvSpPr>
          <p:nvPr/>
        </p:nvSpPr>
        <p:spPr>
          <a:xfrm>
            <a:off x="438150" y="2114550"/>
            <a:ext cx="1219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A64A36"/>
                </a:solidFill>
              </a:defRPr>
            </a:defPPr>
            <a:lvl1pPr>
              <a:defRPr sz="825" b="1">
                <a:solidFill>
                  <a:srgbClr val="A64A36"/>
                </a:solidFill>
              </a:defRPr>
            </a:lvl1pPr>
            <a:lvl2pPr>
              <a:defRPr sz="825" b="1">
                <a:solidFill>
                  <a:srgbClr val="A64A36"/>
                </a:solidFill>
              </a:defRPr>
            </a:lvl2pPr>
            <a:lvl3pPr>
              <a:defRPr sz="825" b="1">
                <a:solidFill>
                  <a:srgbClr val="A64A36"/>
                </a:solidFill>
              </a:defRPr>
            </a:lvl3pPr>
            <a:lvl4pPr>
              <a:defRPr sz="825" b="1">
                <a:solidFill>
                  <a:srgbClr val="A64A36"/>
                </a:solidFill>
              </a:defRPr>
            </a:lvl4pPr>
            <a:lvl5pPr>
              <a:defRPr sz="825" b="1">
                <a:solidFill>
                  <a:srgbClr val="A64A36"/>
                </a:solidFill>
              </a:defRPr>
            </a:lvl5pPr>
            <a:lvl6pPr>
              <a:defRPr sz="825" b="1">
                <a:solidFill>
                  <a:srgbClr val="A64A36"/>
                </a:solidFill>
              </a:defRPr>
            </a:lvl6pPr>
            <a:lvl7pPr>
              <a:defRPr sz="825" b="1">
                <a:solidFill>
                  <a:srgbClr val="A64A36"/>
                </a:solidFill>
              </a:defRPr>
            </a:lvl7pPr>
            <a:lvl8pPr>
              <a:defRPr sz="825" b="1">
                <a:solidFill>
                  <a:srgbClr val="A64A36"/>
                </a:solidFill>
              </a:defRPr>
            </a:lvl8pPr>
            <a:lvl9pPr>
              <a:defRPr sz="825" b="1">
                <a:solidFill>
                  <a:srgbClr val="A64A36"/>
                </a:solidFill>
              </a:defRPr>
            </a:lvl9pPr>
          </a:lstStyle>
          <a:p>
            <a:pPr>
              <a:defRPr sz="825" b="1">
                <a:solidFill>
                  <a:srgbClr val="A64A36"/>
                </a:solidFill>
              </a:defRPr>
            </a:pPr>
            <a:r>
              <a:rPr sz="825" b="1">
                <a:solidFill>
                  <a:srgbClr val="A64A36"/>
                </a:solidFill>
              </a:rPr>
              <a:t>QUESTION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BD4FC33-78D1-4447-A96A-CC3891871AE6}"/>
              </a:ext>
            </a:extLst>
          </p:cNvPr>
          <p:cNvSpPr>
            <a:spLocks noGrp="1"/>
          </p:cNvSpPr>
          <p:nvPr/>
        </p:nvSpPr>
        <p:spPr>
          <a:xfrm>
            <a:off x="1752600" y="20955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153A35"/>
                </a:solidFill>
              </a:defRPr>
            </a:defPPr>
            <a:lvl1pPr>
              <a:defRPr sz="975" b="0">
                <a:solidFill>
                  <a:srgbClr val="153A35"/>
                </a:solidFill>
              </a:defRPr>
            </a:lvl1pPr>
            <a:lvl2pPr>
              <a:defRPr sz="975" b="0">
                <a:solidFill>
                  <a:srgbClr val="153A35"/>
                </a:solidFill>
              </a:defRPr>
            </a:lvl2pPr>
            <a:lvl3pPr>
              <a:defRPr sz="975" b="0">
                <a:solidFill>
                  <a:srgbClr val="153A35"/>
                </a:solidFill>
              </a:defRPr>
            </a:lvl3pPr>
            <a:lvl4pPr>
              <a:defRPr sz="975" b="0">
                <a:solidFill>
                  <a:srgbClr val="153A35"/>
                </a:solidFill>
              </a:defRPr>
            </a:lvl4pPr>
            <a:lvl5pPr>
              <a:defRPr sz="975" b="0">
                <a:solidFill>
                  <a:srgbClr val="153A35"/>
                </a:solidFill>
              </a:defRPr>
            </a:lvl5pPr>
            <a:lvl6pPr>
              <a:defRPr sz="975" b="0">
                <a:solidFill>
                  <a:srgbClr val="153A35"/>
                </a:solidFill>
              </a:defRPr>
            </a:lvl6pPr>
            <a:lvl7pPr>
              <a:defRPr sz="975" b="0">
                <a:solidFill>
                  <a:srgbClr val="153A35"/>
                </a:solidFill>
              </a:defRPr>
            </a:lvl7pPr>
            <a:lvl8pPr>
              <a:defRPr sz="975" b="0">
                <a:solidFill>
                  <a:srgbClr val="153A35"/>
                </a:solidFill>
              </a:defRPr>
            </a:lvl8pPr>
            <a:lvl9pPr>
              <a:defRPr sz="975" b="0">
                <a:solidFill>
                  <a:srgbClr val="153A35"/>
                </a:solidFill>
              </a:defRPr>
            </a:lvl9pPr>
          </a:lstStyle>
          <a:p>
            <a:pPr>
              <a:defRPr sz="975" b="0">
                <a:solidFill>
                  <a:srgbClr val="153A35"/>
                </a:solidFill>
              </a:defRPr>
            </a:pPr>
            <a:r>
              <a:rPr sz="975" b="0">
                <a:solidFill>
                  <a:srgbClr val="153A35"/>
                </a:solidFill>
              </a:rPr>
              <a:t>How can visitors explore Kunshan through cultural records, evidence, and place?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3032244-A4EC-4029-BADB-EB394ED83663}"/>
              </a:ext>
            </a:extLst>
          </p:cNvPr>
          <p:cNvSpPr>
            <a:spLocks noGrp="1"/>
          </p:cNvSpPr>
          <p:nvPr/>
        </p:nvSpPr>
        <p:spPr>
          <a:xfrm>
            <a:off x="438150" y="2486025"/>
            <a:ext cx="1219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A64A36"/>
                </a:solidFill>
              </a:defRPr>
            </a:defPPr>
            <a:lvl1pPr>
              <a:defRPr sz="825" b="1">
                <a:solidFill>
                  <a:srgbClr val="A64A36"/>
                </a:solidFill>
              </a:defRPr>
            </a:lvl1pPr>
            <a:lvl2pPr>
              <a:defRPr sz="825" b="1">
                <a:solidFill>
                  <a:srgbClr val="A64A36"/>
                </a:solidFill>
              </a:defRPr>
            </a:lvl2pPr>
            <a:lvl3pPr>
              <a:defRPr sz="825" b="1">
                <a:solidFill>
                  <a:srgbClr val="A64A36"/>
                </a:solidFill>
              </a:defRPr>
            </a:lvl3pPr>
            <a:lvl4pPr>
              <a:defRPr sz="825" b="1">
                <a:solidFill>
                  <a:srgbClr val="A64A36"/>
                </a:solidFill>
              </a:defRPr>
            </a:lvl4pPr>
            <a:lvl5pPr>
              <a:defRPr sz="825" b="1">
                <a:solidFill>
                  <a:srgbClr val="A64A36"/>
                </a:solidFill>
              </a:defRPr>
            </a:lvl5pPr>
            <a:lvl6pPr>
              <a:defRPr sz="825" b="1">
                <a:solidFill>
                  <a:srgbClr val="A64A36"/>
                </a:solidFill>
              </a:defRPr>
            </a:lvl6pPr>
            <a:lvl7pPr>
              <a:defRPr sz="825" b="1">
                <a:solidFill>
                  <a:srgbClr val="A64A36"/>
                </a:solidFill>
              </a:defRPr>
            </a:lvl7pPr>
            <a:lvl8pPr>
              <a:defRPr sz="825" b="1">
                <a:solidFill>
                  <a:srgbClr val="A64A36"/>
                </a:solidFill>
              </a:defRPr>
            </a:lvl8pPr>
            <a:lvl9pPr>
              <a:defRPr sz="825" b="1">
                <a:solidFill>
                  <a:srgbClr val="A64A36"/>
                </a:solidFill>
              </a:defRPr>
            </a:lvl9pPr>
          </a:lstStyle>
          <a:p>
            <a:pPr>
              <a:defRPr sz="825" b="1">
                <a:solidFill>
                  <a:srgbClr val="A64A36"/>
                </a:solidFill>
              </a:defRPr>
            </a:pPr>
            <a:r>
              <a:rPr sz="825" b="1">
                <a:solidFill>
                  <a:srgbClr val="A64A36"/>
                </a:solidFill>
              </a:rPr>
              <a:t>AUDIENCE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3C0ED8-1816-46B8-81B6-0D07B1A16F4C}"/>
              </a:ext>
            </a:extLst>
          </p:cNvPr>
          <p:cNvSpPr>
            <a:spLocks noGrp="1"/>
          </p:cNvSpPr>
          <p:nvPr/>
        </p:nvSpPr>
        <p:spPr>
          <a:xfrm>
            <a:off x="1752600" y="2466975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153A35"/>
                </a:solidFill>
              </a:defRPr>
            </a:defPPr>
            <a:lvl1pPr>
              <a:defRPr sz="975" b="0">
                <a:solidFill>
                  <a:srgbClr val="153A35"/>
                </a:solidFill>
              </a:defRPr>
            </a:lvl1pPr>
            <a:lvl2pPr>
              <a:defRPr sz="975" b="0">
                <a:solidFill>
                  <a:srgbClr val="153A35"/>
                </a:solidFill>
              </a:defRPr>
            </a:lvl2pPr>
            <a:lvl3pPr>
              <a:defRPr sz="975" b="0">
                <a:solidFill>
                  <a:srgbClr val="153A35"/>
                </a:solidFill>
              </a:defRPr>
            </a:lvl3pPr>
            <a:lvl4pPr>
              <a:defRPr sz="975" b="0">
                <a:solidFill>
                  <a:srgbClr val="153A35"/>
                </a:solidFill>
              </a:defRPr>
            </a:lvl4pPr>
            <a:lvl5pPr>
              <a:defRPr sz="975" b="0">
                <a:solidFill>
                  <a:srgbClr val="153A35"/>
                </a:solidFill>
              </a:defRPr>
            </a:lvl5pPr>
            <a:lvl6pPr>
              <a:defRPr sz="975" b="0">
                <a:solidFill>
                  <a:srgbClr val="153A35"/>
                </a:solidFill>
              </a:defRPr>
            </a:lvl6pPr>
            <a:lvl7pPr>
              <a:defRPr sz="975" b="0">
                <a:solidFill>
                  <a:srgbClr val="153A35"/>
                </a:solidFill>
              </a:defRPr>
            </a:lvl7pPr>
            <a:lvl8pPr>
              <a:defRPr sz="975" b="0">
                <a:solidFill>
                  <a:srgbClr val="153A35"/>
                </a:solidFill>
              </a:defRPr>
            </a:lvl8pPr>
            <a:lvl9pPr>
              <a:defRPr sz="975" b="0">
                <a:solidFill>
                  <a:srgbClr val="153A35"/>
                </a:solidFill>
              </a:defRPr>
            </a:lvl9pPr>
          </a:lstStyle>
          <a:p>
            <a:pPr>
              <a:defRPr sz="975" b="0">
                <a:solidFill>
                  <a:srgbClr val="153A35"/>
                </a:solidFill>
              </a:defRPr>
            </a:pPr>
            <a:r>
              <a:rPr sz="975" b="0">
                <a:solidFill>
                  <a:srgbClr val="153A35"/>
                </a:solidFill>
              </a:rPr>
              <a:t>Visitors, newcomers, students, and interested residents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60596A-AAFA-4D0B-8DAF-447790829E72}"/>
              </a:ext>
            </a:extLst>
          </p:cNvPr>
          <p:cNvSpPr>
            <a:spLocks noGrp="1"/>
          </p:cNvSpPr>
          <p:nvPr/>
        </p:nvSpPr>
        <p:spPr>
          <a:xfrm>
            <a:off x="438150" y="2857500"/>
            <a:ext cx="1219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A64A36"/>
                </a:solidFill>
              </a:defRPr>
            </a:defPPr>
            <a:lvl1pPr>
              <a:defRPr sz="825" b="1">
                <a:solidFill>
                  <a:srgbClr val="A64A36"/>
                </a:solidFill>
              </a:defRPr>
            </a:lvl1pPr>
            <a:lvl2pPr>
              <a:defRPr sz="825" b="1">
                <a:solidFill>
                  <a:srgbClr val="A64A36"/>
                </a:solidFill>
              </a:defRPr>
            </a:lvl2pPr>
            <a:lvl3pPr>
              <a:defRPr sz="825" b="1">
                <a:solidFill>
                  <a:srgbClr val="A64A36"/>
                </a:solidFill>
              </a:defRPr>
            </a:lvl3pPr>
            <a:lvl4pPr>
              <a:defRPr sz="825" b="1">
                <a:solidFill>
                  <a:srgbClr val="A64A36"/>
                </a:solidFill>
              </a:defRPr>
            </a:lvl4pPr>
            <a:lvl5pPr>
              <a:defRPr sz="825" b="1">
                <a:solidFill>
                  <a:srgbClr val="A64A36"/>
                </a:solidFill>
              </a:defRPr>
            </a:lvl5pPr>
            <a:lvl6pPr>
              <a:defRPr sz="825" b="1">
                <a:solidFill>
                  <a:srgbClr val="A64A36"/>
                </a:solidFill>
              </a:defRPr>
            </a:lvl6pPr>
            <a:lvl7pPr>
              <a:defRPr sz="825" b="1">
                <a:solidFill>
                  <a:srgbClr val="A64A36"/>
                </a:solidFill>
              </a:defRPr>
            </a:lvl7pPr>
            <a:lvl8pPr>
              <a:defRPr sz="825" b="1">
                <a:solidFill>
                  <a:srgbClr val="A64A36"/>
                </a:solidFill>
              </a:defRPr>
            </a:lvl8pPr>
            <a:lvl9pPr>
              <a:defRPr sz="825" b="1">
                <a:solidFill>
                  <a:srgbClr val="A64A36"/>
                </a:solidFill>
              </a:defRPr>
            </a:lvl9pPr>
          </a:lstStyle>
          <a:p>
            <a:pPr>
              <a:defRPr sz="825" b="1">
                <a:solidFill>
                  <a:srgbClr val="A64A36"/>
                </a:solidFill>
              </a:defRPr>
            </a:pPr>
            <a:r>
              <a:rPr sz="825" b="1">
                <a:solidFill>
                  <a:srgbClr val="A64A36"/>
                </a:solidFill>
              </a:rPr>
              <a:t>TASK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C1AF52-043B-4AF3-BD87-F45F7B62234F}"/>
              </a:ext>
            </a:extLst>
          </p:cNvPr>
          <p:cNvSpPr>
            <a:spLocks noGrp="1"/>
          </p:cNvSpPr>
          <p:nvPr/>
        </p:nvSpPr>
        <p:spPr>
          <a:xfrm>
            <a:off x="1752600" y="28384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153A35"/>
                </a:solidFill>
              </a:defRPr>
            </a:defPPr>
            <a:lvl1pPr>
              <a:defRPr sz="975" b="0">
                <a:solidFill>
                  <a:srgbClr val="153A35"/>
                </a:solidFill>
              </a:defRPr>
            </a:lvl1pPr>
            <a:lvl2pPr>
              <a:defRPr sz="975" b="0">
                <a:solidFill>
                  <a:srgbClr val="153A35"/>
                </a:solidFill>
              </a:defRPr>
            </a:lvl2pPr>
            <a:lvl3pPr>
              <a:defRPr sz="975" b="0">
                <a:solidFill>
                  <a:srgbClr val="153A35"/>
                </a:solidFill>
              </a:defRPr>
            </a:lvl3pPr>
            <a:lvl4pPr>
              <a:defRPr sz="975" b="0">
                <a:solidFill>
                  <a:srgbClr val="153A35"/>
                </a:solidFill>
              </a:defRPr>
            </a:lvl4pPr>
            <a:lvl5pPr>
              <a:defRPr sz="975" b="0">
                <a:solidFill>
                  <a:srgbClr val="153A35"/>
                </a:solidFill>
              </a:defRPr>
            </a:lvl5pPr>
            <a:lvl6pPr>
              <a:defRPr sz="975" b="0">
                <a:solidFill>
                  <a:srgbClr val="153A35"/>
                </a:solidFill>
              </a:defRPr>
            </a:lvl6pPr>
            <a:lvl7pPr>
              <a:defRPr sz="975" b="0">
                <a:solidFill>
                  <a:srgbClr val="153A35"/>
                </a:solidFill>
              </a:defRPr>
            </a:lvl7pPr>
            <a:lvl8pPr>
              <a:defRPr sz="975" b="0">
                <a:solidFill>
                  <a:srgbClr val="153A35"/>
                </a:solidFill>
              </a:defRPr>
            </a:lvl8pPr>
            <a:lvl9pPr>
              <a:defRPr sz="975" b="0">
                <a:solidFill>
                  <a:srgbClr val="153A35"/>
                </a:solidFill>
              </a:defRPr>
            </a:lvl9pPr>
          </a:lstStyle>
          <a:p>
            <a:pPr>
              <a:defRPr sz="975" b="0">
                <a:solidFill>
                  <a:srgbClr val="153A35"/>
                </a:solidFill>
              </a:defRPr>
            </a:pPr>
            <a:r>
              <a:rPr sz="975" b="0">
                <a:solidFill>
                  <a:srgbClr val="153A35"/>
                </a:solidFill>
              </a:rPr>
              <a:t>Use tutorial; inspect a record and source; save two stops; compare route options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2C7A669-C29D-4B79-8583-5C02A3D11166}"/>
              </a:ext>
            </a:extLst>
          </p:cNvPr>
          <p:cNvSpPr>
            <a:spLocks noGrp="1"/>
          </p:cNvSpPr>
          <p:nvPr/>
        </p:nvSpPr>
        <p:spPr>
          <a:xfrm>
            <a:off x="438150" y="3228975"/>
            <a:ext cx="1219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A64A36"/>
                </a:solidFill>
              </a:defRPr>
            </a:defPPr>
            <a:lvl1pPr>
              <a:defRPr sz="825" b="1">
                <a:solidFill>
                  <a:srgbClr val="A64A36"/>
                </a:solidFill>
              </a:defRPr>
            </a:lvl1pPr>
            <a:lvl2pPr>
              <a:defRPr sz="825" b="1">
                <a:solidFill>
                  <a:srgbClr val="A64A36"/>
                </a:solidFill>
              </a:defRPr>
            </a:lvl2pPr>
            <a:lvl3pPr>
              <a:defRPr sz="825" b="1">
                <a:solidFill>
                  <a:srgbClr val="A64A36"/>
                </a:solidFill>
              </a:defRPr>
            </a:lvl3pPr>
            <a:lvl4pPr>
              <a:defRPr sz="825" b="1">
                <a:solidFill>
                  <a:srgbClr val="A64A36"/>
                </a:solidFill>
              </a:defRPr>
            </a:lvl4pPr>
            <a:lvl5pPr>
              <a:defRPr sz="825" b="1">
                <a:solidFill>
                  <a:srgbClr val="A64A36"/>
                </a:solidFill>
              </a:defRPr>
            </a:lvl5pPr>
            <a:lvl6pPr>
              <a:defRPr sz="825" b="1">
                <a:solidFill>
                  <a:srgbClr val="A64A36"/>
                </a:solidFill>
              </a:defRPr>
            </a:lvl6pPr>
            <a:lvl7pPr>
              <a:defRPr sz="825" b="1">
                <a:solidFill>
                  <a:srgbClr val="A64A36"/>
                </a:solidFill>
              </a:defRPr>
            </a:lvl7pPr>
            <a:lvl8pPr>
              <a:defRPr sz="825" b="1">
                <a:solidFill>
                  <a:srgbClr val="A64A36"/>
                </a:solidFill>
              </a:defRPr>
            </a:lvl8pPr>
            <a:lvl9pPr>
              <a:defRPr sz="825" b="1">
                <a:solidFill>
                  <a:srgbClr val="A64A36"/>
                </a:solidFill>
              </a:defRPr>
            </a:lvl9pPr>
          </a:lstStyle>
          <a:p>
            <a:pPr>
              <a:defRPr sz="825" b="1">
                <a:solidFill>
                  <a:srgbClr val="A64A36"/>
                </a:solidFill>
              </a:defRPr>
            </a:pPr>
            <a:r>
              <a:rPr sz="825" b="1">
                <a:solidFill>
                  <a:srgbClr val="A64A36"/>
                </a:solidFill>
              </a:rPr>
              <a:t>LOCAL EVIDENCE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998D41-E4C9-4A52-AF35-F8ECFF988DB9}"/>
              </a:ext>
            </a:extLst>
          </p:cNvPr>
          <p:cNvSpPr>
            <a:spLocks noGrp="1"/>
          </p:cNvSpPr>
          <p:nvPr/>
        </p:nvSpPr>
        <p:spPr>
          <a:xfrm>
            <a:off x="1752600" y="3209925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153A35"/>
                </a:solidFill>
              </a:defRPr>
            </a:defPPr>
            <a:lvl1pPr>
              <a:defRPr sz="975" b="0">
                <a:solidFill>
                  <a:srgbClr val="153A35"/>
                </a:solidFill>
              </a:defRPr>
            </a:lvl1pPr>
            <a:lvl2pPr>
              <a:defRPr sz="975" b="0">
                <a:solidFill>
                  <a:srgbClr val="153A35"/>
                </a:solidFill>
              </a:defRPr>
            </a:lvl2pPr>
            <a:lvl3pPr>
              <a:defRPr sz="975" b="0">
                <a:solidFill>
                  <a:srgbClr val="153A35"/>
                </a:solidFill>
              </a:defRPr>
            </a:lvl3pPr>
            <a:lvl4pPr>
              <a:defRPr sz="975" b="0">
                <a:solidFill>
                  <a:srgbClr val="153A35"/>
                </a:solidFill>
              </a:defRPr>
            </a:lvl4pPr>
            <a:lvl5pPr>
              <a:defRPr sz="975" b="0">
                <a:solidFill>
                  <a:srgbClr val="153A35"/>
                </a:solidFill>
              </a:defRPr>
            </a:lvl5pPr>
            <a:lvl6pPr>
              <a:defRPr sz="975" b="0">
                <a:solidFill>
                  <a:srgbClr val="153A35"/>
                </a:solidFill>
              </a:defRPr>
            </a:lvl6pPr>
            <a:lvl7pPr>
              <a:defRPr sz="975" b="0">
                <a:solidFill>
                  <a:srgbClr val="153A35"/>
                </a:solidFill>
              </a:defRPr>
            </a:lvl7pPr>
            <a:lvl8pPr>
              <a:defRPr sz="975" b="0">
                <a:solidFill>
                  <a:srgbClr val="153A35"/>
                </a:solidFill>
              </a:defRPr>
            </a:lvl8pPr>
            <a:lvl9pPr>
              <a:defRPr sz="975" b="0">
                <a:solidFill>
                  <a:srgbClr val="153A35"/>
                </a:solidFill>
              </a:defRPr>
            </a:lvl9pPr>
          </a:lstStyle>
          <a:p>
            <a:pPr>
              <a:defRPr sz="975" b="0">
                <a:solidFill>
                  <a:srgbClr val="153A35"/>
                </a:solidFill>
              </a:defRPr>
            </a:pPr>
            <a:r>
              <a:rPr sz="975" b="0">
                <a:solidFill>
                  <a:srgbClr val="153A35"/>
                </a:solidFill>
              </a:rPr>
              <a:t>A bilingual prototype exists. Residents and cultural stewards have not yet been consulted.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BEA08E3-D5DF-42B4-BB44-F28DE52A9407}"/>
              </a:ext>
            </a:extLst>
          </p:cNvPr>
          <p:cNvSpPr>
            <a:spLocks noGrp="1"/>
          </p:cNvSpPr>
          <p:nvPr/>
        </p:nvSpPr>
        <p:spPr>
          <a:xfrm>
            <a:off x="438150" y="3600450"/>
            <a:ext cx="1219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A64A36"/>
                </a:solidFill>
              </a:defRPr>
            </a:defPPr>
            <a:lvl1pPr>
              <a:defRPr sz="825" b="1">
                <a:solidFill>
                  <a:srgbClr val="A64A36"/>
                </a:solidFill>
              </a:defRPr>
            </a:lvl1pPr>
            <a:lvl2pPr>
              <a:defRPr sz="825" b="1">
                <a:solidFill>
                  <a:srgbClr val="A64A36"/>
                </a:solidFill>
              </a:defRPr>
            </a:lvl2pPr>
            <a:lvl3pPr>
              <a:defRPr sz="825" b="1">
                <a:solidFill>
                  <a:srgbClr val="A64A36"/>
                </a:solidFill>
              </a:defRPr>
            </a:lvl3pPr>
            <a:lvl4pPr>
              <a:defRPr sz="825" b="1">
                <a:solidFill>
                  <a:srgbClr val="A64A36"/>
                </a:solidFill>
              </a:defRPr>
            </a:lvl4pPr>
            <a:lvl5pPr>
              <a:defRPr sz="825" b="1">
                <a:solidFill>
                  <a:srgbClr val="A64A36"/>
                </a:solidFill>
              </a:defRPr>
            </a:lvl5pPr>
            <a:lvl6pPr>
              <a:defRPr sz="825" b="1">
                <a:solidFill>
                  <a:srgbClr val="A64A36"/>
                </a:solidFill>
              </a:defRPr>
            </a:lvl6pPr>
            <a:lvl7pPr>
              <a:defRPr sz="825" b="1">
                <a:solidFill>
                  <a:srgbClr val="A64A36"/>
                </a:solidFill>
              </a:defRPr>
            </a:lvl7pPr>
            <a:lvl8pPr>
              <a:defRPr sz="825" b="1">
                <a:solidFill>
                  <a:srgbClr val="A64A36"/>
                </a:solidFill>
              </a:defRPr>
            </a:lvl8pPr>
            <a:lvl9pPr>
              <a:defRPr sz="825" b="1">
                <a:solidFill>
                  <a:srgbClr val="A64A36"/>
                </a:solidFill>
              </a:defRPr>
            </a:lvl9pPr>
          </a:lstStyle>
          <a:p>
            <a:pPr>
              <a:defRPr sz="825" b="1">
                <a:solidFill>
                  <a:srgbClr val="A64A36"/>
                </a:solidFill>
              </a:defRPr>
            </a:pPr>
            <a:r>
              <a:rPr sz="825" b="1">
                <a:solidFill>
                  <a:srgbClr val="A64A36"/>
                </a:solidFill>
              </a:rPr>
              <a:t>CURRENT CLAIM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90F263-5D0D-4CFA-B75B-6B3EBE1BDF3D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153A35"/>
                </a:solidFill>
              </a:defRPr>
            </a:defPPr>
            <a:lvl1pPr>
              <a:defRPr sz="975" b="0">
                <a:solidFill>
                  <a:srgbClr val="153A35"/>
                </a:solidFill>
              </a:defRPr>
            </a:lvl1pPr>
            <a:lvl2pPr>
              <a:defRPr sz="975" b="0">
                <a:solidFill>
                  <a:srgbClr val="153A35"/>
                </a:solidFill>
              </a:defRPr>
            </a:lvl2pPr>
            <a:lvl3pPr>
              <a:defRPr sz="975" b="0">
                <a:solidFill>
                  <a:srgbClr val="153A35"/>
                </a:solidFill>
              </a:defRPr>
            </a:lvl3pPr>
            <a:lvl4pPr>
              <a:defRPr sz="975" b="0">
                <a:solidFill>
                  <a:srgbClr val="153A35"/>
                </a:solidFill>
              </a:defRPr>
            </a:lvl4pPr>
            <a:lvl5pPr>
              <a:defRPr sz="975" b="0">
                <a:solidFill>
                  <a:srgbClr val="153A35"/>
                </a:solidFill>
              </a:defRPr>
            </a:lvl5pPr>
            <a:lvl6pPr>
              <a:defRPr sz="975" b="0">
                <a:solidFill>
                  <a:srgbClr val="153A35"/>
                </a:solidFill>
              </a:defRPr>
            </a:lvl6pPr>
            <a:lvl7pPr>
              <a:defRPr sz="975" b="0">
                <a:solidFill>
                  <a:srgbClr val="153A35"/>
                </a:solidFill>
              </a:defRPr>
            </a:lvl7pPr>
            <a:lvl8pPr>
              <a:defRPr sz="975" b="0">
                <a:solidFill>
                  <a:srgbClr val="153A35"/>
                </a:solidFill>
              </a:defRPr>
            </a:lvl8pPr>
            <a:lvl9pPr>
              <a:defRPr sz="975" b="0">
                <a:solidFill>
                  <a:srgbClr val="153A35"/>
                </a:solidFill>
              </a:defRPr>
            </a:lvl9pPr>
          </a:lstStyle>
          <a:p>
            <a:pPr>
              <a:defRPr sz="975" b="0">
                <a:solidFill>
                  <a:srgbClr val="153A35"/>
                </a:solidFill>
              </a:defRPr>
            </a:pPr>
            <a:r>
              <a:rPr sz="975" b="0">
                <a:solidFill>
                  <a:srgbClr val="153A35"/>
                </a:solidFill>
              </a:rPr>
              <a:t>82 cultural records, 67 source-linked relationships, and three schematic route options are implemented.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D4547F-3062-4393-9021-43F678E40E5F}"/>
              </a:ext>
            </a:extLst>
          </p:cNvPr>
          <p:cNvSpPr>
            <a:spLocks noGrp="1"/>
          </p:cNvSpPr>
          <p:nvPr/>
        </p:nvSpPr>
        <p:spPr>
          <a:xfrm>
            <a:off x="438150" y="3971925"/>
            <a:ext cx="1219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A64A36"/>
                </a:solidFill>
              </a:defRPr>
            </a:defPPr>
            <a:lvl1pPr>
              <a:defRPr sz="825" b="1">
                <a:solidFill>
                  <a:srgbClr val="A64A36"/>
                </a:solidFill>
              </a:defRPr>
            </a:lvl1pPr>
            <a:lvl2pPr>
              <a:defRPr sz="825" b="1">
                <a:solidFill>
                  <a:srgbClr val="A64A36"/>
                </a:solidFill>
              </a:defRPr>
            </a:lvl2pPr>
            <a:lvl3pPr>
              <a:defRPr sz="825" b="1">
                <a:solidFill>
                  <a:srgbClr val="A64A36"/>
                </a:solidFill>
              </a:defRPr>
            </a:lvl3pPr>
            <a:lvl4pPr>
              <a:defRPr sz="825" b="1">
                <a:solidFill>
                  <a:srgbClr val="A64A36"/>
                </a:solidFill>
              </a:defRPr>
            </a:lvl4pPr>
            <a:lvl5pPr>
              <a:defRPr sz="825" b="1">
                <a:solidFill>
                  <a:srgbClr val="A64A36"/>
                </a:solidFill>
              </a:defRPr>
            </a:lvl5pPr>
            <a:lvl6pPr>
              <a:defRPr sz="825" b="1">
                <a:solidFill>
                  <a:srgbClr val="A64A36"/>
                </a:solidFill>
              </a:defRPr>
            </a:lvl6pPr>
            <a:lvl7pPr>
              <a:defRPr sz="825" b="1">
                <a:solidFill>
                  <a:srgbClr val="A64A36"/>
                </a:solidFill>
              </a:defRPr>
            </a:lvl7pPr>
            <a:lvl8pPr>
              <a:defRPr sz="825" b="1">
                <a:solidFill>
                  <a:srgbClr val="A64A36"/>
                </a:solidFill>
              </a:defRPr>
            </a:lvl8pPr>
            <a:lvl9pPr>
              <a:defRPr sz="825" b="1">
                <a:solidFill>
                  <a:srgbClr val="A64A36"/>
                </a:solidFill>
              </a:defRPr>
            </a:lvl9pPr>
          </a:lstStyle>
          <a:p>
            <a:pPr>
              <a:defRPr sz="825" b="1">
                <a:solidFill>
                  <a:srgbClr val="A64A36"/>
                </a:solidFill>
              </a:defRPr>
            </a:pPr>
            <a:r>
              <a:rPr sz="825" b="1">
                <a:solidFill>
                  <a:srgbClr val="A64A36"/>
                </a:solidFill>
              </a:rPr>
              <a:t>BOUNDARY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EFCA5FD-6CBA-4F5A-BCE7-41EC7E8E8834}"/>
              </a:ext>
            </a:extLst>
          </p:cNvPr>
          <p:cNvSpPr>
            <a:spLocks noGrp="1"/>
          </p:cNvSpPr>
          <p:nvPr/>
        </p:nvSpPr>
        <p:spPr>
          <a:xfrm>
            <a:off x="1752600" y="3952875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153A35"/>
                </a:solidFill>
              </a:defRPr>
            </a:defPPr>
            <a:lvl1pPr>
              <a:defRPr sz="975" b="1">
                <a:solidFill>
                  <a:srgbClr val="153A35"/>
                </a:solidFill>
              </a:defRPr>
            </a:lvl1pPr>
            <a:lvl2pPr>
              <a:defRPr sz="975" b="1">
                <a:solidFill>
                  <a:srgbClr val="153A35"/>
                </a:solidFill>
              </a:defRPr>
            </a:lvl2pPr>
            <a:lvl3pPr>
              <a:defRPr sz="975" b="1">
                <a:solidFill>
                  <a:srgbClr val="153A35"/>
                </a:solidFill>
              </a:defRPr>
            </a:lvl3pPr>
            <a:lvl4pPr>
              <a:defRPr sz="975" b="1">
                <a:solidFill>
                  <a:srgbClr val="153A35"/>
                </a:solidFill>
              </a:defRPr>
            </a:lvl4pPr>
            <a:lvl5pPr>
              <a:defRPr sz="975" b="1">
                <a:solidFill>
                  <a:srgbClr val="153A35"/>
                </a:solidFill>
              </a:defRPr>
            </a:lvl5pPr>
            <a:lvl6pPr>
              <a:defRPr sz="975" b="1">
                <a:solidFill>
                  <a:srgbClr val="153A35"/>
                </a:solidFill>
              </a:defRPr>
            </a:lvl6pPr>
            <a:lvl7pPr>
              <a:defRPr sz="975" b="1">
                <a:solidFill>
                  <a:srgbClr val="153A35"/>
                </a:solidFill>
              </a:defRPr>
            </a:lvl7pPr>
            <a:lvl8pPr>
              <a:defRPr sz="975" b="1">
                <a:solidFill>
                  <a:srgbClr val="153A35"/>
                </a:solidFill>
              </a:defRPr>
            </a:lvl8pPr>
            <a:lvl9pPr>
              <a:defRPr sz="975" b="1">
                <a:solidFill>
                  <a:srgbClr val="153A35"/>
                </a:solidFill>
              </a:defRPr>
            </a:lvl9pPr>
          </a:lstStyle>
          <a:p>
            <a:pPr>
              <a:defRPr sz="975" b="1">
                <a:solidFill>
                  <a:srgbClr val="153A35"/>
                </a:solidFill>
              </a:defRPr>
            </a:pPr>
            <a:r>
              <a:rPr sz="975" b="1">
                <a:solidFill>
                  <a:srgbClr val="153A35"/>
                </a:solidFill>
              </a:rPr>
              <a:t>Coverage, coordinates, image rights, accessibility, route validity, and community benefit remain unverified.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75B941D-7D96-4A82-A56A-9A801FAFE8C8}"/>
              </a:ext>
            </a:extLst>
          </p:cNvPr>
          <p:cNvSpPr>
            <a:spLocks noGrp="1"/>
          </p:cNvSpPr>
          <p:nvPr/>
        </p:nvSpPr>
        <p:spPr>
          <a:xfrm>
            <a:off x="7962900" y="1714500"/>
            <a:ext cx="2714625" cy="2628900"/>
          </a:xfrm>
          <a:prstGeom prst="roundRect">
            <a:avLst>
              <a:gd name="adj" fmla="val 2899"/>
            </a:avLst>
          </a:prstGeom>
          <a:solidFill>
            <a:srgbClr val="E5F0EB"/>
          </a:solidFill>
          <a:ln w="9525">
            <a:solidFill>
              <a:srgbClr val="AABEB8"/>
            </a:solidFill>
            <a:prstDash val="solid"/>
          </a:ln>
        </p:spPr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C28B8E7B-B2AF-485A-A1CF-4FAF48215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24825" y="1885950"/>
            <a:ext cx="1028700" cy="1028700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47E3ECDC-5DE6-4EFE-968B-ECE7437B1DBE}"/>
              </a:ext>
            </a:extLst>
          </p:cNvPr>
          <p:cNvSpPr>
            <a:spLocks noGrp="1"/>
          </p:cNvSpPr>
          <p:nvPr/>
        </p:nvSpPr>
        <p:spPr>
          <a:xfrm>
            <a:off x="9286875" y="1933575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53A35"/>
                </a:solidFill>
              </a:defRPr>
            </a:defPPr>
            <a:lvl1pPr>
              <a:defRPr sz="1350" b="1">
                <a:solidFill>
                  <a:srgbClr val="153A35"/>
                </a:solidFill>
              </a:defRPr>
            </a:lvl1pPr>
            <a:lvl2pPr>
              <a:defRPr sz="1350" b="1">
                <a:solidFill>
                  <a:srgbClr val="153A35"/>
                </a:solidFill>
              </a:defRPr>
            </a:lvl2pPr>
            <a:lvl3pPr>
              <a:defRPr sz="1350" b="1">
                <a:solidFill>
                  <a:srgbClr val="153A35"/>
                </a:solidFill>
              </a:defRPr>
            </a:lvl3pPr>
            <a:lvl4pPr>
              <a:defRPr sz="1350" b="1">
                <a:solidFill>
                  <a:srgbClr val="153A35"/>
                </a:solidFill>
              </a:defRPr>
            </a:lvl4pPr>
            <a:lvl5pPr>
              <a:defRPr sz="1350" b="1">
                <a:solidFill>
                  <a:srgbClr val="153A35"/>
                </a:solidFill>
              </a:defRPr>
            </a:lvl5pPr>
            <a:lvl6pPr>
              <a:defRPr sz="1350" b="1">
                <a:solidFill>
                  <a:srgbClr val="153A35"/>
                </a:solidFill>
              </a:defRPr>
            </a:lvl6pPr>
            <a:lvl7pPr>
              <a:defRPr sz="1350" b="1">
                <a:solidFill>
                  <a:srgbClr val="153A35"/>
                </a:solidFill>
              </a:defRPr>
            </a:lvl7pPr>
            <a:lvl8pPr>
              <a:defRPr sz="1350" b="1">
                <a:solidFill>
                  <a:srgbClr val="153A35"/>
                </a:solidFill>
              </a:defRPr>
            </a:lvl8pPr>
            <a:lvl9pPr>
              <a:defRPr sz="1350" b="1">
                <a:solidFill>
                  <a:srgbClr val="153A35"/>
                </a:solidFill>
              </a:defRPr>
            </a:lvl9pPr>
          </a:lstStyle>
          <a:p>
            <a:pPr>
              <a:defRPr sz="1350" b="1">
                <a:solidFill>
                  <a:srgbClr val="153A35"/>
                </a:solidFill>
              </a:defRPr>
            </a:pPr>
            <a:r>
              <a:rPr sz="1350" b="1">
                <a:solidFill>
                  <a:srgbClr val="153A35"/>
                </a:solidFill>
              </a:rPr>
              <a:t>SDG 11 · Target 11.4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5E3DE6F-AF30-439C-935E-1DD4A75059CD}"/>
              </a:ext>
            </a:extLst>
          </p:cNvPr>
          <p:cNvSpPr>
            <a:spLocks noGrp="1"/>
          </p:cNvSpPr>
          <p:nvPr/>
        </p:nvSpPr>
        <p:spPr>
          <a:xfrm>
            <a:off x="9286875" y="2381250"/>
            <a:ext cx="1200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153A35"/>
                </a:solidFill>
              </a:defRPr>
            </a:defPPr>
            <a:lvl1pPr>
              <a:defRPr sz="900" b="0">
                <a:solidFill>
                  <a:srgbClr val="153A35"/>
                </a:solidFill>
              </a:defRPr>
            </a:lvl1pPr>
            <a:lvl2pPr>
              <a:defRPr sz="900" b="0">
                <a:solidFill>
                  <a:srgbClr val="153A35"/>
                </a:solidFill>
              </a:defRPr>
            </a:lvl2pPr>
            <a:lvl3pPr>
              <a:defRPr sz="900" b="0">
                <a:solidFill>
                  <a:srgbClr val="153A35"/>
                </a:solidFill>
              </a:defRPr>
            </a:lvl3pPr>
            <a:lvl4pPr>
              <a:defRPr sz="900" b="0">
                <a:solidFill>
                  <a:srgbClr val="153A35"/>
                </a:solidFill>
              </a:defRPr>
            </a:lvl4pPr>
            <a:lvl5pPr>
              <a:defRPr sz="900" b="0">
                <a:solidFill>
                  <a:srgbClr val="153A35"/>
                </a:solidFill>
              </a:defRPr>
            </a:lvl5pPr>
            <a:lvl6pPr>
              <a:defRPr sz="900" b="0">
                <a:solidFill>
                  <a:srgbClr val="153A35"/>
                </a:solidFill>
              </a:defRPr>
            </a:lvl6pPr>
            <a:lvl7pPr>
              <a:defRPr sz="900" b="0">
                <a:solidFill>
                  <a:srgbClr val="153A35"/>
                </a:solidFill>
              </a:defRPr>
            </a:lvl7pPr>
            <a:lvl8pPr>
              <a:defRPr sz="900" b="0">
                <a:solidFill>
                  <a:srgbClr val="153A35"/>
                </a:solidFill>
              </a:defRPr>
            </a:lvl8pPr>
            <a:lvl9pPr>
              <a:defRPr sz="900" b="0">
                <a:solidFill>
                  <a:srgbClr val="153A35"/>
                </a:solidFill>
              </a:defRPr>
            </a:lvl9pPr>
          </a:lstStyle>
          <a:p>
            <a:pPr>
              <a:defRPr sz="900" b="0">
                <a:solidFill>
                  <a:srgbClr val="153A35"/>
                </a:solidFill>
              </a:defRPr>
            </a:pPr>
            <a:r>
              <a:rPr sz="900" b="0">
                <a:solidFill>
                  <a:srgbClr val="153A35"/>
                </a:solidFill>
              </a:rPr>
              <a:t>Strengthen efforts to protect and safeguard the world’s cultural and natural heritage.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5B2DA4-04B8-497F-AB9D-168BABA629FD}"/>
              </a:ext>
            </a:extLst>
          </p:cNvPr>
          <p:cNvSpPr>
            <a:spLocks noGrp="1"/>
          </p:cNvSpPr>
          <p:nvPr/>
        </p:nvSpPr>
        <p:spPr>
          <a:xfrm>
            <a:off x="8124825" y="3095625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153A35"/>
                </a:solidFill>
              </a:defRPr>
            </a:defPPr>
            <a:lvl1pPr>
              <a:defRPr sz="900" b="0">
                <a:solidFill>
                  <a:srgbClr val="153A35"/>
                </a:solidFill>
              </a:defRPr>
            </a:lvl1pPr>
            <a:lvl2pPr>
              <a:defRPr sz="900" b="0">
                <a:solidFill>
                  <a:srgbClr val="153A35"/>
                </a:solidFill>
              </a:defRPr>
            </a:lvl2pPr>
            <a:lvl3pPr>
              <a:defRPr sz="900" b="0">
                <a:solidFill>
                  <a:srgbClr val="153A35"/>
                </a:solidFill>
              </a:defRPr>
            </a:lvl3pPr>
            <a:lvl4pPr>
              <a:defRPr sz="900" b="0">
                <a:solidFill>
                  <a:srgbClr val="153A35"/>
                </a:solidFill>
              </a:defRPr>
            </a:lvl4pPr>
            <a:lvl5pPr>
              <a:defRPr sz="900" b="0">
                <a:solidFill>
                  <a:srgbClr val="153A35"/>
                </a:solidFill>
              </a:defRPr>
            </a:lvl5pPr>
            <a:lvl6pPr>
              <a:defRPr sz="900" b="0">
                <a:solidFill>
                  <a:srgbClr val="153A35"/>
                </a:solidFill>
              </a:defRPr>
            </a:lvl6pPr>
            <a:lvl7pPr>
              <a:defRPr sz="900" b="0">
                <a:solidFill>
                  <a:srgbClr val="153A35"/>
                </a:solidFill>
              </a:defRPr>
            </a:lvl7pPr>
            <a:lvl8pPr>
              <a:defRPr sz="900" b="0">
                <a:solidFill>
                  <a:srgbClr val="153A35"/>
                </a:solidFill>
              </a:defRPr>
            </a:lvl8pPr>
            <a:lvl9pPr>
              <a:defRPr sz="900" b="0">
                <a:solidFill>
                  <a:srgbClr val="153A35"/>
                </a:solidFill>
              </a:defRPr>
            </a:lvl9pPr>
          </a:lstStyle>
          <a:p>
            <a:pPr>
              <a:defRPr sz="900" b="0">
                <a:solidFill>
                  <a:srgbClr val="153A35"/>
                </a:solidFill>
              </a:defRPr>
            </a:pPr>
            <a:r>
              <a:rPr sz="900" b="0">
                <a:solidFill>
                  <a:srgbClr val="153A35"/>
                </a:solidFill>
              </a:rPr>
              <a:t>Local contribution: a sourced cultural-discovery prototype. Evidence: curricular alignment only; no measured safeguarding outcome.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25AAAC7-228E-4728-B900-A0074F688EBF}"/>
              </a:ext>
            </a:extLst>
          </p:cNvPr>
          <p:cNvSpPr>
            <a:spLocks noGrp="1"/>
          </p:cNvSpPr>
          <p:nvPr/>
        </p:nvSpPr>
        <p:spPr>
          <a:xfrm>
            <a:off x="8124825" y="3857625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 b="0">
                <a:solidFill>
                  <a:srgbClr val="405D72"/>
                </a:solidFill>
              </a:defRPr>
            </a:defPPr>
            <a:lvl1pPr>
              <a:defRPr sz="750" b="0">
                <a:solidFill>
                  <a:srgbClr val="405D72"/>
                </a:solidFill>
              </a:defRPr>
            </a:lvl1pPr>
            <a:lvl2pPr>
              <a:defRPr sz="750" b="0">
                <a:solidFill>
                  <a:srgbClr val="405D72"/>
                </a:solidFill>
              </a:defRPr>
            </a:lvl2pPr>
            <a:lvl3pPr>
              <a:defRPr sz="750" b="0">
                <a:solidFill>
                  <a:srgbClr val="405D72"/>
                </a:solidFill>
              </a:defRPr>
            </a:lvl3pPr>
            <a:lvl4pPr>
              <a:defRPr sz="750" b="0">
                <a:solidFill>
                  <a:srgbClr val="405D72"/>
                </a:solidFill>
              </a:defRPr>
            </a:lvl4pPr>
            <a:lvl5pPr>
              <a:defRPr sz="750" b="0">
                <a:solidFill>
                  <a:srgbClr val="405D72"/>
                </a:solidFill>
              </a:defRPr>
            </a:lvl5pPr>
            <a:lvl6pPr>
              <a:defRPr sz="750" b="0">
                <a:solidFill>
                  <a:srgbClr val="405D72"/>
                </a:solidFill>
              </a:defRPr>
            </a:lvl6pPr>
            <a:lvl7pPr>
              <a:defRPr sz="750" b="0">
                <a:solidFill>
                  <a:srgbClr val="405D72"/>
                </a:solidFill>
              </a:defRPr>
            </a:lvl7pPr>
            <a:lvl8pPr>
              <a:defRPr sz="750" b="0">
                <a:solidFill>
                  <a:srgbClr val="405D72"/>
                </a:solidFill>
              </a:defRPr>
            </a:lvl8pPr>
            <a:lvl9pPr>
              <a:defRPr sz="750" b="0">
                <a:solidFill>
                  <a:srgbClr val="405D72"/>
                </a:solidFill>
              </a:defRPr>
            </a:lvl9pPr>
          </a:lstStyle>
          <a:p>
            <a:pPr>
              <a:defRPr sz="750" b="0">
                <a:solidFill>
                  <a:srgbClr val="405D72"/>
                </a:solidFill>
              </a:defRPr>
            </a:pPr>
            <a:r>
              <a:rPr sz="750" b="0">
                <a:solidFill>
                  <a:srgbClr val="405D72"/>
                </a:solidFill>
              </a:rPr>
              <a:t>UN Goal 11 official icon; use does not imply UN endorsement.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3E33D08-B224-44EE-A9EF-DF3DBC9826A9}"/>
              </a:ext>
            </a:extLst>
          </p:cNvPr>
          <p:cNvSpPr>
            <a:spLocks noGrp="1"/>
          </p:cNvSpPr>
          <p:nvPr/>
        </p:nvSpPr>
        <p:spPr>
          <a:xfrm>
            <a:off x="10953750" y="17145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A64A36"/>
                </a:solidFill>
              </a:defRPr>
            </a:defPPr>
            <a:lvl1pPr>
              <a:defRPr sz="825" b="1">
                <a:solidFill>
                  <a:srgbClr val="A64A36"/>
                </a:solidFill>
              </a:defRPr>
            </a:lvl1pPr>
            <a:lvl2pPr>
              <a:defRPr sz="825" b="1">
                <a:solidFill>
                  <a:srgbClr val="A64A36"/>
                </a:solidFill>
              </a:defRPr>
            </a:lvl2pPr>
            <a:lvl3pPr>
              <a:defRPr sz="825" b="1">
                <a:solidFill>
                  <a:srgbClr val="A64A36"/>
                </a:solidFill>
              </a:defRPr>
            </a:lvl3pPr>
            <a:lvl4pPr>
              <a:defRPr sz="825" b="1">
                <a:solidFill>
                  <a:srgbClr val="A64A36"/>
                </a:solidFill>
              </a:defRPr>
            </a:lvl4pPr>
            <a:lvl5pPr>
              <a:defRPr sz="825" b="1">
                <a:solidFill>
                  <a:srgbClr val="A64A36"/>
                </a:solidFill>
              </a:defRPr>
            </a:lvl5pPr>
            <a:lvl6pPr>
              <a:defRPr sz="825" b="1">
                <a:solidFill>
                  <a:srgbClr val="A64A36"/>
                </a:solidFill>
              </a:defRPr>
            </a:lvl6pPr>
            <a:lvl7pPr>
              <a:defRPr sz="825" b="1">
                <a:solidFill>
                  <a:srgbClr val="A64A36"/>
                </a:solidFill>
              </a:defRPr>
            </a:lvl7pPr>
            <a:lvl8pPr>
              <a:defRPr sz="825" b="1">
                <a:solidFill>
                  <a:srgbClr val="A64A36"/>
                </a:solidFill>
              </a:defRPr>
            </a:lvl8pPr>
            <a:lvl9pPr>
              <a:defRPr sz="825" b="1">
                <a:solidFill>
                  <a:srgbClr val="A64A36"/>
                </a:solidFill>
              </a:defRPr>
            </a:lvl9pPr>
          </a:lstStyle>
          <a:p>
            <a:pPr>
              <a:defRPr sz="825" b="1">
                <a:solidFill>
                  <a:srgbClr val="A64A36"/>
                </a:solidFill>
              </a:defRPr>
            </a:pPr>
            <a:r>
              <a:rPr sz="825" b="1">
                <a:solidFill>
                  <a:srgbClr val="A64A36"/>
                </a:solidFill>
              </a:rPr>
              <a:t>FIG 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3110030-7298-4C4F-8AC6-DA774A26FCA2}"/>
              </a:ext>
            </a:extLst>
          </p:cNvPr>
          <p:cNvSpPr>
            <a:spLocks noGrp="1"/>
          </p:cNvSpPr>
          <p:nvPr/>
        </p:nvSpPr>
        <p:spPr>
          <a:xfrm>
            <a:off x="11563350" y="16954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153A35"/>
                </a:solidFill>
              </a:defRPr>
            </a:defPPr>
            <a:lvl1pPr>
              <a:defRPr sz="1200" b="1">
                <a:solidFill>
                  <a:srgbClr val="153A35"/>
                </a:solidFill>
              </a:defRPr>
            </a:lvl1pPr>
            <a:lvl2pPr>
              <a:defRPr sz="1200" b="1">
                <a:solidFill>
                  <a:srgbClr val="153A35"/>
                </a:solidFill>
              </a:defRPr>
            </a:lvl2pPr>
            <a:lvl3pPr>
              <a:defRPr sz="1200" b="1">
                <a:solidFill>
                  <a:srgbClr val="153A35"/>
                </a:solidFill>
              </a:defRPr>
            </a:lvl3pPr>
            <a:lvl4pPr>
              <a:defRPr sz="1200" b="1">
                <a:solidFill>
                  <a:srgbClr val="153A35"/>
                </a:solidFill>
              </a:defRPr>
            </a:lvl4pPr>
            <a:lvl5pPr>
              <a:defRPr sz="1200" b="1">
                <a:solidFill>
                  <a:srgbClr val="153A35"/>
                </a:solidFill>
              </a:defRPr>
            </a:lvl5pPr>
            <a:lvl6pPr>
              <a:defRPr sz="1200" b="1">
                <a:solidFill>
                  <a:srgbClr val="153A35"/>
                </a:solidFill>
              </a:defRPr>
            </a:lvl6pPr>
            <a:lvl7pPr>
              <a:defRPr sz="1200" b="1">
                <a:solidFill>
                  <a:srgbClr val="153A35"/>
                </a:solidFill>
              </a:defRPr>
            </a:lvl7pPr>
            <a:lvl8pPr>
              <a:defRPr sz="1200" b="1">
                <a:solidFill>
                  <a:srgbClr val="153A35"/>
                </a:solidFill>
              </a:defRPr>
            </a:lvl8pPr>
            <a:lvl9pPr>
              <a:defRPr sz="1200" b="1">
                <a:solidFill>
                  <a:srgbClr val="153A35"/>
                </a:solidFill>
              </a:defRPr>
            </a:lvl9pPr>
          </a:lstStyle>
          <a:p>
            <a:pPr>
              <a:defRPr sz="1200" b="1">
                <a:solidFill>
                  <a:srgbClr val="153A35"/>
                </a:solidFill>
              </a:defRPr>
            </a:pPr>
            <a:r>
              <a:rPr sz="1200" b="1">
                <a:solidFill>
                  <a:srgbClr val="153A35"/>
                </a:solidFill>
              </a:rPr>
              <a:t>Five visualization idioms serving one user task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918C5FC-E3A9-4DBA-8775-950C3C65717F}"/>
              </a:ext>
            </a:extLst>
          </p:cNvPr>
          <p:cNvSpPr>
            <a:spLocks noGrp="1"/>
          </p:cNvSpPr>
          <p:nvPr/>
        </p:nvSpPr>
        <p:spPr>
          <a:xfrm>
            <a:off x="10953750" y="2000250"/>
            <a:ext cx="4610100" cy="19050"/>
          </a:xfrm>
          <a:prstGeom prst="rect">
            <a:avLst/>
          </a:prstGeom>
          <a:solidFill>
            <a:srgbClr val="13796F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3F8B358-4658-4273-B50A-4CCFE1A14D6D}"/>
              </a:ext>
            </a:extLst>
          </p:cNvPr>
          <p:cNvSpPr>
            <a:spLocks noGrp="1"/>
          </p:cNvSpPr>
          <p:nvPr/>
        </p:nvSpPr>
        <p:spPr>
          <a:xfrm>
            <a:off x="10953750" y="2076450"/>
            <a:ext cx="447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405D72"/>
                </a:solidFill>
              </a:defRPr>
            </a:defPPr>
            <a:lvl1pPr>
              <a:defRPr sz="975" b="0">
                <a:solidFill>
                  <a:srgbClr val="405D72"/>
                </a:solidFill>
              </a:defRPr>
            </a:lvl1pPr>
            <a:lvl2pPr>
              <a:defRPr sz="975" b="0">
                <a:solidFill>
                  <a:srgbClr val="405D72"/>
                </a:solidFill>
              </a:defRPr>
            </a:lvl2pPr>
            <a:lvl3pPr>
              <a:defRPr sz="975" b="0">
                <a:solidFill>
                  <a:srgbClr val="405D72"/>
                </a:solidFill>
              </a:defRPr>
            </a:lvl3pPr>
            <a:lvl4pPr>
              <a:defRPr sz="975" b="0">
                <a:solidFill>
                  <a:srgbClr val="405D72"/>
                </a:solidFill>
              </a:defRPr>
            </a:lvl4pPr>
            <a:lvl5pPr>
              <a:defRPr sz="975" b="0">
                <a:solidFill>
                  <a:srgbClr val="405D72"/>
                </a:solidFill>
              </a:defRPr>
            </a:lvl5pPr>
            <a:lvl6pPr>
              <a:defRPr sz="975" b="0">
                <a:solidFill>
                  <a:srgbClr val="405D72"/>
                </a:solidFill>
              </a:defRPr>
            </a:lvl6pPr>
            <a:lvl7pPr>
              <a:defRPr sz="975" b="0">
                <a:solidFill>
                  <a:srgbClr val="405D72"/>
                </a:solidFill>
              </a:defRPr>
            </a:lvl7pPr>
            <a:lvl8pPr>
              <a:defRPr sz="975" b="0">
                <a:solidFill>
                  <a:srgbClr val="405D72"/>
                </a:solidFill>
              </a:defRPr>
            </a:lvl8pPr>
            <a:lvl9pPr>
              <a:defRPr sz="975" b="0">
                <a:solidFill>
                  <a:srgbClr val="405D72"/>
                </a:solidFill>
              </a:defRPr>
            </a:lvl9pPr>
          </a:lstStyle>
          <a:p>
            <a:pPr>
              <a:defRPr sz="975" b="0">
                <a:solidFill>
                  <a:srgbClr val="405D72"/>
                </a:solidFill>
              </a:defRPr>
            </a:pPr>
            <a:r>
              <a:rPr sz="975" b="0">
                <a:solidFill>
                  <a:srgbClr val="405D72"/>
                </a:solidFill>
              </a:rPr>
              <a:t>Task: discover, inspect, save, and compare cultural records with their source context.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E954FBA-0FF6-476F-BE85-1FD87D447260}"/>
              </a:ext>
            </a:extLst>
          </p:cNvPr>
          <p:cNvSpPr>
            <a:spLocks noGrp="1"/>
          </p:cNvSpPr>
          <p:nvPr/>
        </p:nvSpPr>
        <p:spPr>
          <a:xfrm>
            <a:off x="10953750" y="2457450"/>
            <a:ext cx="8763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AABEB8"/>
            </a:solidFill>
            <a:prstDash val="solid"/>
          </a:ln>
        </p:spPr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366A6354-1F5B-4A3F-8B68-2450C69E41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8000"/>
          <a:stretch/>
        </p:blipFill>
        <p:spPr>
          <a:xfrm>
            <a:off x="10982325" y="2686050"/>
            <a:ext cx="819150" cy="742950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B7E50B38-9C94-4C16-864E-F457AE3C3B73}"/>
              </a:ext>
            </a:extLst>
          </p:cNvPr>
          <p:cNvSpPr>
            <a:spLocks noGrp="1"/>
          </p:cNvSpPr>
          <p:nvPr/>
        </p:nvSpPr>
        <p:spPr>
          <a:xfrm>
            <a:off x="10991850" y="2514600"/>
            <a:ext cx="8001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 b="1">
                <a:solidFill>
                  <a:srgbClr val="A64A36"/>
                </a:solidFill>
              </a:defRPr>
            </a:defPPr>
            <a:lvl1pPr>
              <a:defRPr sz="750" b="1">
                <a:solidFill>
                  <a:srgbClr val="A64A36"/>
                </a:solidFill>
              </a:defRPr>
            </a:lvl1pPr>
            <a:lvl2pPr>
              <a:defRPr sz="750" b="1">
                <a:solidFill>
                  <a:srgbClr val="A64A36"/>
                </a:solidFill>
              </a:defRPr>
            </a:lvl2pPr>
            <a:lvl3pPr>
              <a:defRPr sz="750" b="1">
                <a:solidFill>
                  <a:srgbClr val="A64A36"/>
                </a:solidFill>
              </a:defRPr>
            </a:lvl3pPr>
            <a:lvl4pPr>
              <a:defRPr sz="750" b="1">
                <a:solidFill>
                  <a:srgbClr val="A64A36"/>
                </a:solidFill>
              </a:defRPr>
            </a:lvl4pPr>
            <a:lvl5pPr>
              <a:defRPr sz="750" b="1">
                <a:solidFill>
                  <a:srgbClr val="A64A36"/>
                </a:solidFill>
              </a:defRPr>
            </a:lvl5pPr>
            <a:lvl6pPr>
              <a:defRPr sz="750" b="1">
                <a:solidFill>
                  <a:srgbClr val="A64A36"/>
                </a:solidFill>
              </a:defRPr>
            </a:lvl6pPr>
            <a:lvl7pPr>
              <a:defRPr sz="750" b="1">
                <a:solidFill>
                  <a:srgbClr val="A64A36"/>
                </a:solidFill>
              </a:defRPr>
            </a:lvl7pPr>
            <a:lvl8pPr>
              <a:defRPr sz="750" b="1">
                <a:solidFill>
                  <a:srgbClr val="A64A36"/>
                </a:solidFill>
              </a:defRPr>
            </a:lvl8pPr>
            <a:lvl9pPr>
              <a:defRPr sz="750" b="1">
                <a:solidFill>
                  <a:srgbClr val="A64A36"/>
                </a:solidFill>
              </a:defRPr>
            </a:lvl9pPr>
          </a:lstStyle>
          <a:p>
            <a:pPr>
              <a:defRPr sz="750" b="1">
                <a:solidFill>
                  <a:srgbClr val="A64A36"/>
                </a:solidFill>
              </a:defRPr>
            </a:pPr>
            <a:r>
              <a:rPr sz="750" b="1">
                <a:solidFill>
                  <a:srgbClr val="A64A36"/>
                </a:solidFill>
              </a:rPr>
              <a:t>A  BASIC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46DBA52-5926-4CC9-98EF-7999D8E6AB2C}"/>
              </a:ext>
            </a:extLst>
          </p:cNvPr>
          <p:cNvSpPr>
            <a:spLocks noGrp="1"/>
          </p:cNvSpPr>
          <p:nvPr/>
        </p:nvSpPr>
        <p:spPr>
          <a:xfrm>
            <a:off x="10991850" y="3495675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675" b="1">
                <a:solidFill>
                  <a:srgbClr val="153A35"/>
                </a:solidFill>
              </a:defRPr>
            </a:defPPr>
            <a:lvl1pPr>
              <a:defRPr sz="675" b="1">
                <a:solidFill>
                  <a:srgbClr val="153A35"/>
                </a:solidFill>
              </a:defRPr>
            </a:lvl1pPr>
            <a:lvl2pPr>
              <a:defRPr sz="675" b="1">
                <a:solidFill>
                  <a:srgbClr val="153A35"/>
                </a:solidFill>
              </a:defRPr>
            </a:lvl2pPr>
            <a:lvl3pPr>
              <a:defRPr sz="675" b="1">
                <a:solidFill>
                  <a:srgbClr val="153A35"/>
                </a:solidFill>
              </a:defRPr>
            </a:lvl3pPr>
            <a:lvl4pPr>
              <a:defRPr sz="675" b="1">
                <a:solidFill>
                  <a:srgbClr val="153A35"/>
                </a:solidFill>
              </a:defRPr>
            </a:lvl4pPr>
            <a:lvl5pPr>
              <a:defRPr sz="675" b="1">
                <a:solidFill>
                  <a:srgbClr val="153A35"/>
                </a:solidFill>
              </a:defRPr>
            </a:lvl5pPr>
            <a:lvl6pPr>
              <a:defRPr sz="675" b="1">
                <a:solidFill>
                  <a:srgbClr val="153A35"/>
                </a:solidFill>
              </a:defRPr>
            </a:lvl6pPr>
            <a:lvl7pPr>
              <a:defRPr sz="675" b="1">
                <a:solidFill>
                  <a:srgbClr val="153A35"/>
                </a:solidFill>
              </a:defRPr>
            </a:lvl7pPr>
            <a:lvl8pPr>
              <a:defRPr sz="675" b="1">
                <a:solidFill>
                  <a:srgbClr val="153A35"/>
                </a:solidFill>
              </a:defRPr>
            </a:lvl8pPr>
            <a:lvl9pPr>
              <a:defRPr sz="675" b="1">
                <a:solidFill>
                  <a:srgbClr val="153A35"/>
                </a:solidFill>
              </a:defRPr>
            </a:lvl9pPr>
          </a:lstStyle>
          <a:p>
            <a:pPr>
              <a:defRPr sz="675" b="1">
                <a:solidFill>
                  <a:srgbClr val="153A35"/>
                </a:solidFill>
              </a:defRPr>
            </a:pPr>
            <a:r>
              <a:rPr sz="675" b="1">
                <a:solidFill>
                  <a:srgbClr val="153A35"/>
                </a:solidFill>
              </a:rPr>
              <a:t>Category scan and bilingual cards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FCDDF1F-51B8-4254-BB8E-31ABCB9B76BA}"/>
              </a:ext>
            </a:extLst>
          </p:cNvPr>
          <p:cNvSpPr>
            <a:spLocks noGrp="1"/>
          </p:cNvSpPr>
          <p:nvPr/>
        </p:nvSpPr>
        <p:spPr>
          <a:xfrm>
            <a:off x="10991850" y="3905250"/>
            <a:ext cx="800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600" b="0">
                <a:solidFill>
                  <a:srgbClr val="405D72"/>
                </a:solidFill>
              </a:defRPr>
            </a:defPPr>
            <a:lvl1pPr>
              <a:defRPr sz="600" b="0">
                <a:solidFill>
                  <a:srgbClr val="405D72"/>
                </a:solidFill>
              </a:defRPr>
            </a:lvl1pPr>
            <a:lvl2pPr>
              <a:defRPr sz="600" b="0">
                <a:solidFill>
                  <a:srgbClr val="405D72"/>
                </a:solidFill>
              </a:defRPr>
            </a:lvl2pPr>
            <a:lvl3pPr>
              <a:defRPr sz="600" b="0">
                <a:solidFill>
                  <a:srgbClr val="405D72"/>
                </a:solidFill>
              </a:defRPr>
            </a:lvl3pPr>
            <a:lvl4pPr>
              <a:defRPr sz="600" b="0">
                <a:solidFill>
                  <a:srgbClr val="405D72"/>
                </a:solidFill>
              </a:defRPr>
            </a:lvl4pPr>
            <a:lvl5pPr>
              <a:defRPr sz="600" b="0">
                <a:solidFill>
                  <a:srgbClr val="405D72"/>
                </a:solidFill>
              </a:defRPr>
            </a:lvl5pPr>
            <a:lvl6pPr>
              <a:defRPr sz="600" b="0">
                <a:solidFill>
                  <a:srgbClr val="405D72"/>
                </a:solidFill>
              </a:defRPr>
            </a:lvl6pPr>
            <a:lvl7pPr>
              <a:defRPr sz="600" b="0">
                <a:solidFill>
                  <a:srgbClr val="405D72"/>
                </a:solidFill>
              </a:defRPr>
            </a:lvl7pPr>
            <a:lvl8pPr>
              <a:defRPr sz="600" b="0">
                <a:solidFill>
                  <a:srgbClr val="405D72"/>
                </a:solidFill>
              </a:defRPr>
            </a:lvl8pPr>
            <a:lvl9pPr>
              <a:defRPr sz="600" b="0">
                <a:solidFill>
                  <a:srgbClr val="405D72"/>
                </a:solidFill>
              </a:defRPr>
            </a:lvl9pPr>
          </a:lstStyle>
          <a:p>
            <a:pPr>
              <a:defRPr sz="600" b="0">
                <a:solidFill>
                  <a:srgbClr val="405D72"/>
                </a:solidFill>
              </a:defRPr>
            </a:pPr>
            <a:r>
              <a:rPr sz="600" b="0">
                <a:solidFill>
                  <a:srgbClr val="405D72"/>
                </a:solidFill>
              </a:rPr>
              <a:t>Evidence: 82 records. Boundary: not a census.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AC477DE-931C-4F49-BFFD-3139121FDB01}"/>
              </a:ext>
            </a:extLst>
          </p:cNvPr>
          <p:cNvSpPr>
            <a:spLocks noGrp="1"/>
          </p:cNvSpPr>
          <p:nvPr/>
        </p:nvSpPr>
        <p:spPr>
          <a:xfrm>
            <a:off x="11868150" y="2457450"/>
            <a:ext cx="8763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AABEB8"/>
            </a:solidFill>
            <a:prstDash val="solid"/>
          </a:ln>
        </p:spPr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229779C5-C44C-48FB-B574-12799898E5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000" b="15000"/>
          <a:stretch/>
        </p:blipFill>
        <p:spPr>
          <a:xfrm>
            <a:off x="11896725" y="2686050"/>
            <a:ext cx="819150" cy="742950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3C72D2DE-2383-448C-AA50-93561221DF70}"/>
              </a:ext>
            </a:extLst>
          </p:cNvPr>
          <p:cNvSpPr>
            <a:spLocks noGrp="1"/>
          </p:cNvSpPr>
          <p:nvPr/>
        </p:nvSpPr>
        <p:spPr>
          <a:xfrm>
            <a:off x="11906250" y="2514600"/>
            <a:ext cx="8001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 b="1">
                <a:solidFill>
                  <a:srgbClr val="A64A36"/>
                </a:solidFill>
              </a:defRPr>
            </a:defPPr>
            <a:lvl1pPr>
              <a:defRPr sz="750" b="1">
                <a:solidFill>
                  <a:srgbClr val="A64A36"/>
                </a:solidFill>
              </a:defRPr>
            </a:lvl1pPr>
            <a:lvl2pPr>
              <a:defRPr sz="750" b="1">
                <a:solidFill>
                  <a:srgbClr val="A64A36"/>
                </a:solidFill>
              </a:defRPr>
            </a:lvl2pPr>
            <a:lvl3pPr>
              <a:defRPr sz="750" b="1">
                <a:solidFill>
                  <a:srgbClr val="A64A36"/>
                </a:solidFill>
              </a:defRPr>
            </a:lvl3pPr>
            <a:lvl4pPr>
              <a:defRPr sz="750" b="1">
                <a:solidFill>
                  <a:srgbClr val="A64A36"/>
                </a:solidFill>
              </a:defRPr>
            </a:lvl4pPr>
            <a:lvl5pPr>
              <a:defRPr sz="750" b="1">
                <a:solidFill>
                  <a:srgbClr val="A64A36"/>
                </a:solidFill>
              </a:defRPr>
            </a:lvl5pPr>
            <a:lvl6pPr>
              <a:defRPr sz="750" b="1">
                <a:solidFill>
                  <a:srgbClr val="A64A36"/>
                </a:solidFill>
              </a:defRPr>
            </a:lvl6pPr>
            <a:lvl7pPr>
              <a:defRPr sz="750" b="1">
                <a:solidFill>
                  <a:srgbClr val="A64A36"/>
                </a:solidFill>
              </a:defRPr>
            </a:lvl7pPr>
            <a:lvl8pPr>
              <a:defRPr sz="750" b="1">
                <a:solidFill>
                  <a:srgbClr val="A64A36"/>
                </a:solidFill>
              </a:defRPr>
            </a:lvl8pPr>
            <a:lvl9pPr>
              <a:defRPr sz="750" b="1">
                <a:solidFill>
                  <a:srgbClr val="A64A36"/>
                </a:solidFill>
              </a:defRPr>
            </a:lvl9pPr>
          </a:lstStyle>
          <a:p>
            <a:pPr>
              <a:defRPr sz="750" b="1">
                <a:solidFill>
                  <a:srgbClr val="A64A36"/>
                </a:solidFill>
              </a:defRPr>
            </a:pPr>
            <a:r>
              <a:rPr sz="750" b="1">
                <a:solidFill>
                  <a:srgbClr val="A64A36"/>
                </a:solidFill>
              </a:rPr>
              <a:t>B  NETWORK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5056B63-D3C2-42BE-9762-A299171F0B98}"/>
              </a:ext>
            </a:extLst>
          </p:cNvPr>
          <p:cNvSpPr>
            <a:spLocks noGrp="1"/>
          </p:cNvSpPr>
          <p:nvPr/>
        </p:nvSpPr>
        <p:spPr>
          <a:xfrm>
            <a:off x="11906250" y="3495675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675" b="1">
                <a:solidFill>
                  <a:srgbClr val="153A35"/>
                </a:solidFill>
              </a:defRPr>
            </a:defPPr>
            <a:lvl1pPr>
              <a:defRPr sz="675" b="1">
                <a:solidFill>
                  <a:srgbClr val="153A35"/>
                </a:solidFill>
              </a:defRPr>
            </a:lvl1pPr>
            <a:lvl2pPr>
              <a:defRPr sz="675" b="1">
                <a:solidFill>
                  <a:srgbClr val="153A35"/>
                </a:solidFill>
              </a:defRPr>
            </a:lvl2pPr>
            <a:lvl3pPr>
              <a:defRPr sz="675" b="1">
                <a:solidFill>
                  <a:srgbClr val="153A35"/>
                </a:solidFill>
              </a:defRPr>
            </a:lvl3pPr>
            <a:lvl4pPr>
              <a:defRPr sz="675" b="1">
                <a:solidFill>
                  <a:srgbClr val="153A35"/>
                </a:solidFill>
              </a:defRPr>
            </a:lvl4pPr>
            <a:lvl5pPr>
              <a:defRPr sz="675" b="1">
                <a:solidFill>
                  <a:srgbClr val="153A35"/>
                </a:solidFill>
              </a:defRPr>
            </a:lvl5pPr>
            <a:lvl6pPr>
              <a:defRPr sz="675" b="1">
                <a:solidFill>
                  <a:srgbClr val="153A35"/>
                </a:solidFill>
              </a:defRPr>
            </a:lvl6pPr>
            <a:lvl7pPr>
              <a:defRPr sz="675" b="1">
                <a:solidFill>
                  <a:srgbClr val="153A35"/>
                </a:solidFill>
              </a:defRPr>
            </a:lvl7pPr>
            <a:lvl8pPr>
              <a:defRPr sz="675" b="1">
                <a:solidFill>
                  <a:srgbClr val="153A35"/>
                </a:solidFill>
              </a:defRPr>
            </a:lvl8pPr>
            <a:lvl9pPr>
              <a:defRPr sz="675" b="1">
                <a:solidFill>
                  <a:srgbClr val="153A35"/>
                </a:solidFill>
              </a:defRPr>
            </a:lvl9pPr>
          </a:lstStyle>
          <a:p>
            <a:pPr>
              <a:defRPr sz="675" b="1">
                <a:solidFill>
                  <a:srgbClr val="153A35"/>
                </a:solidFill>
              </a:defRPr>
            </a:pPr>
            <a:r>
              <a:rPr sz="675" b="1">
                <a:solidFill>
                  <a:srgbClr val="153A35"/>
                </a:solidFill>
              </a:rPr>
              <a:t>Source-linked relationship exploration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EEC98B2-D192-4E8F-A006-CEFAC25A5196}"/>
              </a:ext>
            </a:extLst>
          </p:cNvPr>
          <p:cNvSpPr>
            <a:spLocks noGrp="1"/>
          </p:cNvSpPr>
          <p:nvPr/>
        </p:nvSpPr>
        <p:spPr>
          <a:xfrm>
            <a:off x="11906250" y="3905250"/>
            <a:ext cx="800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600" b="0">
                <a:solidFill>
                  <a:srgbClr val="405D72"/>
                </a:solidFill>
              </a:defRPr>
            </a:defPPr>
            <a:lvl1pPr>
              <a:defRPr sz="600" b="0">
                <a:solidFill>
                  <a:srgbClr val="405D72"/>
                </a:solidFill>
              </a:defRPr>
            </a:lvl1pPr>
            <a:lvl2pPr>
              <a:defRPr sz="600" b="0">
                <a:solidFill>
                  <a:srgbClr val="405D72"/>
                </a:solidFill>
              </a:defRPr>
            </a:lvl2pPr>
            <a:lvl3pPr>
              <a:defRPr sz="600" b="0">
                <a:solidFill>
                  <a:srgbClr val="405D72"/>
                </a:solidFill>
              </a:defRPr>
            </a:lvl3pPr>
            <a:lvl4pPr>
              <a:defRPr sz="600" b="0">
                <a:solidFill>
                  <a:srgbClr val="405D72"/>
                </a:solidFill>
              </a:defRPr>
            </a:lvl4pPr>
            <a:lvl5pPr>
              <a:defRPr sz="600" b="0">
                <a:solidFill>
                  <a:srgbClr val="405D72"/>
                </a:solidFill>
              </a:defRPr>
            </a:lvl5pPr>
            <a:lvl6pPr>
              <a:defRPr sz="600" b="0">
                <a:solidFill>
                  <a:srgbClr val="405D72"/>
                </a:solidFill>
              </a:defRPr>
            </a:lvl6pPr>
            <a:lvl7pPr>
              <a:defRPr sz="600" b="0">
                <a:solidFill>
                  <a:srgbClr val="405D72"/>
                </a:solidFill>
              </a:defRPr>
            </a:lvl7pPr>
            <a:lvl8pPr>
              <a:defRPr sz="600" b="0">
                <a:solidFill>
                  <a:srgbClr val="405D72"/>
                </a:solidFill>
              </a:defRPr>
            </a:lvl8pPr>
            <a:lvl9pPr>
              <a:defRPr sz="600" b="0">
                <a:solidFill>
                  <a:srgbClr val="405D72"/>
                </a:solidFill>
              </a:defRPr>
            </a:lvl9pPr>
          </a:lstStyle>
          <a:p>
            <a:pPr>
              <a:defRPr sz="600" b="0">
                <a:solidFill>
                  <a:srgbClr val="405D72"/>
                </a:solidFill>
              </a:defRPr>
            </a:pPr>
            <a:r>
              <a:rPr sz="600" b="0">
                <a:solidFill>
                  <a:srgbClr val="405D72"/>
                </a:solidFill>
              </a:rPr>
              <a:t>Evidence: 67 relations. Boundary: interpretation untested.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B593127-0642-4315-95C3-754D2EA98251}"/>
              </a:ext>
            </a:extLst>
          </p:cNvPr>
          <p:cNvSpPr>
            <a:spLocks noGrp="1"/>
          </p:cNvSpPr>
          <p:nvPr/>
        </p:nvSpPr>
        <p:spPr>
          <a:xfrm>
            <a:off x="12782550" y="2457450"/>
            <a:ext cx="8763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AABEB8"/>
            </a:solidFill>
            <a:prstDash val="solid"/>
          </a:ln>
        </p:spPr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0F9683BA-7A5B-4747-A7CB-822B94F6DA9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000" b="12000"/>
          <a:stretch/>
        </p:blipFill>
        <p:spPr>
          <a:xfrm>
            <a:off x="12811125" y="2686050"/>
            <a:ext cx="819150" cy="742950"/>
          </a:xfrm>
          <a:prstGeom prst="rect">
            <a:avLst/>
          </a:prstGeom>
        </p:spPr>
      </p:pic>
      <p:sp>
        <p:nvSpPr>
          <p:cNvPr id="43" name="矩形 42">
            <a:extLst>
              <a:ext uri="{FF2B5EF4-FFF2-40B4-BE49-F238E27FC236}">
                <a16:creationId xmlns:a16="http://schemas.microsoft.com/office/drawing/2014/main" id="{2CE32B08-8A33-4AA1-BC8E-5DC305697678}"/>
              </a:ext>
            </a:extLst>
          </p:cNvPr>
          <p:cNvSpPr>
            <a:spLocks noGrp="1"/>
          </p:cNvSpPr>
          <p:nvPr/>
        </p:nvSpPr>
        <p:spPr>
          <a:xfrm>
            <a:off x="12820650" y="2514600"/>
            <a:ext cx="8001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 b="1">
                <a:solidFill>
                  <a:srgbClr val="A64A36"/>
                </a:solidFill>
              </a:defRPr>
            </a:defPPr>
            <a:lvl1pPr>
              <a:defRPr sz="750" b="1">
                <a:solidFill>
                  <a:srgbClr val="A64A36"/>
                </a:solidFill>
              </a:defRPr>
            </a:lvl1pPr>
            <a:lvl2pPr>
              <a:defRPr sz="750" b="1">
                <a:solidFill>
                  <a:srgbClr val="A64A36"/>
                </a:solidFill>
              </a:defRPr>
            </a:lvl2pPr>
            <a:lvl3pPr>
              <a:defRPr sz="750" b="1">
                <a:solidFill>
                  <a:srgbClr val="A64A36"/>
                </a:solidFill>
              </a:defRPr>
            </a:lvl3pPr>
            <a:lvl4pPr>
              <a:defRPr sz="750" b="1">
                <a:solidFill>
                  <a:srgbClr val="A64A36"/>
                </a:solidFill>
              </a:defRPr>
            </a:lvl4pPr>
            <a:lvl5pPr>
              <a:defRPr sz="750" b="1">
                <a:solidFill>
                  <a:srgbClr val="A64A36"/>
                </a:solidFill>
              </a:defRPr>
            </a:lvl5pPr>
            <a:lvl6pPr>
              <a:defRPr sz="750" b="1">
                <a:solidFill>
                  <a:srgbClr val="A64A36"/>
                </a:solidFill>
              </a:defRPr>
            </a:lvl6pPr>
            <a:lvl7pPr>
              <a:defRPr sz="750" b="1">
                <a:solidFill>
                  <a:srgbClr val="A64A36"/>
                </a:solidFill>
              </a:defRPr>
            </a:lvl7pPr>
            <a:lvl8pPr>
              <a:defRPr sz="750" b="1">
                <a:solidFill>
                  <a:srgbClr val="A64A36"/>
                </a:solidFill>
              </a:defRPr>
            </a:lvl8pPr>
            <a:lvl9pPr>
              <a:defRPr sz="750" b="1">
                <a:solidFill>
                  <a:srgbClr val="A64A36"/>
                </a:solidFill>
              </a:defRPr>
            </a:lvl9pPr>
          </a:lstStyle>
          <a:p>
            <a:pPr>
              <a:defRPr sz="750" b="1">
                <a:solidFill>
                  <a:srgbClr val="A64A36"/>
                </a:solidFill>
              </a:defRPr>
            </a:pPr>
            <a:r>
              <a:rPr sz="750" b="1">
                <a:solidFill>
                  <a:srgbClr val="A64A36"/>
                </a:solidFill>
              </a:rPr>
              <a:t>C  SPATIAL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D826AB3-7188-4DF3-B048-ED8B10B2C176}"/>
              </a:ext>
            </a:extLst>
          </p:cNvPr>
          <p:cNvSpPr>
            <a:spLocks noGrp="1"/>
          </p:cNvSpPr>
          <p:nvPr/>
        </p:nvSpPr>
        <p:spPr>
          <a:xfrm>
            <a:off x="12820650" y="3495675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675" b="1">
                <a:solidFill>
                  <a:srgbClr val="153A35"/>
                </a:solidFill>
              </a:defRPr>
            </a:defPPr>
            <a:lvl1pPr>
              <a:defRPr sz="675" b="1">
                <a:solidFill>
                  <a:srgbClr val="153A35"/>
                </a:solidFill>
              </a:defRPr>
            </a:lvl1pPr>
            <a:lvl2pPr>
              <a:defRPr sz="675" b="1">
                <a:solidFill>
                  <a:srgbClr val="153A35"/>
                </a:solidFill>
              </a:defRPr>
            </a:lvl2pPr>
            <a:lvl3pPr>
              <a:defRPr sz="675" b="1">
                <a:solidFill>
                  <a:srgbClr val="153A35"/>
                </a:solidFill>
              </a:defRPr>
            </a:lvl3pPr>
            <a:lvl4pPr>
              <a:defRPr sz="675" b="1">
                <a:solidFill>
                  <a:srgbClr val="153A35"/>
                </a:solidFill>
              </a:defRPr>
            </a:lvl4pPr>
            <a:lvl5pPr>
              <a:defRPr sz="675" b="1">
                <a:solidFill>
                  <a:srgbClr val="153A35"/>
                </a:solidFill>
              </a:defRPr>
            </a:lvl5pPr>
            <a:lvl6pPr>
              <a:defRPr sz="675" b="1">
                <a:solidFill>
                  <a:srgbClr val="153A35"/>
                </a:solidFill>
              </a:defRPr>
            </a:lvl6pPr>
            <a:lvl7pPr>
              <a:defRPr sz="675" b="1">
                <a:solidFill>
                  <a:srgbClr val="153A35"/>
                </a:solidFill>
              </a:defRPr>
            </a:lvl7pPr>
            <a:lvl8pPr>
              <a:defRPr sz="675" b="1">
                <a:solidFill>
                  <a:srgbClr val="153A35"/>
                </a:solidFill>
              </a:defRPr>
            </a:lvl8pPr>
            <a:lvl9pPr>
              <a:defRPr sz="675" b="1">
                <a:solidFill>
                  <a:srgbClr val="153A35"/>
                </a:solidFill>
              </a:defRPr>
            </a:lvl9pPr>
          </a:lstStyle>
          <a:p>
            <a:pPr>
              <a:defRPr sz="675" b="1">
                <a:solidFill>
                  <a:srgbClr val="153A35"/>
                </a:solidFill>
              </a:defRPr>
            </a:pPr>
            <a:r>
              <a:rPr sz="675" b="1">
                <a:solidFill>
                  <a:srgbClr val="153A35"/>
                </a:solidFill>
              </a:rPr>
              <a:t>Photo markers locate approximate anchors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AE984E7-FA09-443C-A9E9-8B81A2532F57}"/>
              </a:ext>
            </a:extLst>
          </p:cNvPr>
          <p:cNvSpPr>
            <a:spLocks noGrp="1"/>
          </p:cNvSpPr>
          <p:nvPr/>
        </p:nvSpPr>
        <p:spPr>
          <a:xfrm>
            <a:off x="12820650" y="3905250"/>
            <a:ext cx="800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600" b="0">
                <a:solidFill>
                  <a:srgbClr val="405D72"/>
                </a:solidFill>
              </a:defRPr>
            </a:defPPr>
            <a:lvl1pPr>
              <a:defRPr sz="600" b="0">
                <a:solidFill>
                  <a:srgbClr val="405D72"/>
                </a:solidFill>
              </a:defRPr>
            </a:lvl1pPr>
            <a:lvl2pPr>
              <a:defRPr sz="600" b="0">
                <a:solidFill>
                  <a:srgbClr val="405D72"/>
                </a:solidFill>
              </a:defRPr>
            </a:lvl2pPr>
            <a:lvl3pPr>
              <a:defRPr sz="600" b="0">
                <a:solidFill>
                  <a:srgbClr val="405D72"/>
                </a:solidFill>
              </a:defRPr>
            </a:lvl3pPr>
            <a:lvl4pPr>
              <a:defRPr sz="600" b="0">
                <a:solidFill>
                  <a:srgbClr val="405D72"/>
                </a:solidFill>
              </a:defRPr>
            </a:lvl4pPr>
            <a:lvl5pPr>
              <a:defRPr sz="600" b="0">
                <a:solidFill>
                  <a:srgbClr val="405D72"/>
                </a:solidFill>
              </a:defRPr>
            </a:lvl5pPr>
            <a:lvl6pPr>
              <a:defRPr sz="600" b="0">
                <a:solidFill>
                  <a:srgbClr val="405D72"/>
                </a:solidFill>
              </a:defRPr>
            </a:lvl6pPr>
            <a:lvl7pPr>
              <a:defRPr sz="600" b="0">
                <a:solidFill>
                  <a:srgbClr val="405D72"/>
                </a:solidFill>
              </a:defRPr>
            </a:lvl7pPr>
            <a:lvl8pPr>
              <a:defRPr sz="600" b="0">
                <a:solidFill>
                  <a:srgbClr val="405D72"/>
                </a:solidFill>
              </a:defRPr>
            </a:lvl8pPr>
            <a:lvl9pPr>
              <a:defRPr sz="600" b="0">
                <a:solidFill>
                  <a:srgbClr val="405D72"/>
                </a:solidFill>
              </a:defRPr>
            </a:lvl9pPr>
          </a:lstStyle>
          <a:p>
            <a:pPr>
              <a:defRPr sz="600" b="0">
                <a:solidFill>
                  <a:srgbClr val="405D72"/>
                </a:solidFill>
              </a:defRPr>
            </a:pPr>
            <a:r>
              <a:rPr sz="600" b="0">
                <a:solidFill>
                  <a:srgbClr val="405D72"/>
                </a:solidFill>
              </a:rPr>
              <a:t>Evidence: detailed map. Boundary: anchors are not entrances.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DBB3D25-911D-4AE4-8515-92F29A2196DA}"/>
              </a:ext>
            </a:extLst>
          </p:cNvPr>
          <p:cNvSpPr>
            <a:spLocks noGrp="1"/>
          </p:cNvSpPr>
          <p:nvPr/>
        </p:nvSpPr>
        <p:spPr>
          <a:xfrm>
            <a:off x="13696950" y="2457450"/>
            <a:ext cx="8763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AABEB8"/>
            </a:solidFill>
            <a:prstDash val="solid"/>
          </a:ln>
        </p:spPr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0658E33E-3EBD-4F5C-95F3-5E66C1F9515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5000" b="15000"/>
          <a:stretch/>
        </p:blipFill>
        <p:spPr>
          <a:xfrm>
            <a:off x="13725525" y="2686050"/>
            <a:ext cx="819150" cy="742950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710259D5-19C8-4189-9639-9D558CC645DD}"/>
              </a:ext>
            </a:extLst>
          </p:cNvPr>
          <p:cNvSpPr>
            <a:spLocks noGrp="1"/>
          </p:cNvSpPr>
          <p:nvPr/>
        </p:nvSpPr>
        <p:spPr>
          <a:xfrm>
            <a:off x="13735050" y="2514600"/>
            <a:ext cx="8001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 b="1">
                <a:solidFill>
                  <a:srgbClr val="A64A36"/>
                </a:solidFill>
              </a:defRPr>
            </a:defPPr>
            <a:lvl1pPr>
              <a:defRPr sz="750" b="1">
                <a:solidFill>
                  <a:srgbClr val="A64A36"/>
                </a:solidFill>
              </a:defRPr>
            </a:lvl1pPr>
            <a:lvl2pPr>
              <a:defRPr sz="750" b="1">
                <a:solidFill>
                  <a:srgbClr val="A64A36"/>
                </a:solidFill>
              </a:defRPr>
            </a:lvl2pPr>
            <a:lvl3pPr>
              <a:defRPr sz="750" b="1">
                <a:solidFill>
                  <a:srgbClr val="A64A36"/>
                </a:solidFill>
              </a:defRPr>
            </a:lvl3pPr>
            <a:lvl4pPr>
              <a:defRPr sz="750" b="1">
                <a:solidFill>
                  <a:srgbClr val="A64A36"/>
                </a:solidFill>
              </a:defRPr>
            </a:lvl4pPr>
            <a:lvl5pPr>
              <a:defRPr sz="750" b="1">
                <a:solidFill>
                  <a:srgbClr val="A64A36"/>
                </a:solidFill>
              </a:defRPr>
            </a:lvl5pPr>
            <a:lvl6pPr>
              <a:defRPr sz="750" b="1">
                <a:solidFill>
                  <a:srgbClr val="A64A36"/>
                </a:solidFill>
              </a:defRPr>
            </a:lvl6pPr>
            <a:lvl7pPr>
              <a:defRPr sz="750" b="1">
                <a:solidFill>
                  <a:srgbClr val="A64A36"/>
                </a:solidFill>
              </a:defRPr>
            </a:lvl7pPr>
            <a:lvl8pPr>
              <a:defRPr sz="750" b="1">
                <a:solidFill>
                  <a:srgbClr val="A64A36"/>
                </a:solidFill>
              </a:defRPr>
            </a:lvl8pPr>
            <a:lvl9pPr>
              <a:defRPr sz="750" b="1">
                <a:solidFill>
                  <a:srgbClr val="A64A36"/>
                </a:solidFill>
              </a:defRPr>
            </a:lvl9pPr>
          </a:lstStyle>
          <a:p>
            <a:pPr>
              <a:defRPr sz="750" b="1">
                <a:solidFill>
                  <a:srgbClr val="A64A36"/>
                </a:solidFill>
              </a:defRPr>
            </a:pPr>
            <a:r>
              <a:rPr sz="750" b="1">
                <a:solidFill>
                  <a:srgbClr val="A64A36"/>
                </a:solidFill>
              </a:rPr>
              <a:t>D  INTERACTIVE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9FDE867-B999-428D-9E0B-2DAF1E2E29F8}"/>
              </a:ext>
            </a:extLst>
          </p:cNvPr>
          <p:cNvSpPr>
            <a:spLocks noGrp="1"/>
          </p:cNvSpPr>
          <p:nvPr/>
        </p:nvSpPr>
        <p:spPr>
          <a:xfrm>
            <a:off x="13735050" y="3495675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675" b="1">
                <a:solidFill>
                  <a:srgbClr val="153A35"/>
                </a:solidFill>
              </a:defRPr>
            </a:defPPr>
            <a:lvl1pPr>
              <a:defRPr sz="675" b="1">
                <a:solidFill>
                  <a:srgbClr val="153A35"/>
                </a:solidFill>
              </a:defRPr>
            </a:lvl1pPr>
            <a:lvl2pPr>
              <a:defRPr sz="675" b="1">
                <a:solidFill>
                  <a:srgbClr val="153A35"/>
                </a:solidFill>
              </a:defRPr>
            </a:lvl2pPr>
            <a:lvl3pPr>
              <a:defRPr sz="675" b="1">
                <a:solidFill>
                  <a:srgbClr val="153A35"/>
                </a:solidFill>
              </a:defRPr>
            </a:lvl3pPr>
            <a:lvl4pPr>
              <a:defRPr sz="675" b="1">
                <a:solidFill>
                  <a:srgbClr val="153A35"/>
                </a:solidFill>
              </a:defRPr>
            </a:lvl4pPr>
            <a:lvl5pPr>
              <a:defRPr sz="675" b="1">
                <a:solidFill>
                  <a:srgbClr val="153A35"/>
                </a:solidFill>
              </a:defRPr>
            </a:lvl5pPr>
            <a:lvl6pPr>
              <a:defRPr sz="675" b="1">
                <a:solidFill>
                  <a:srgbClr val="153A35"/>
                </a:solidFill>
              </a:defRPr>
            </a:lvl6pPr>
            <a:lvl7pPr>
              <a:defRPr sz="675" b="1">
                <a:solidFill>
                  <a:srgbClr val="153A35"/>
                </a:solidFill>
              </a:defRPr>
            </a:lvl7pPr>
            <a:lvl8pPr>
              <a:defRPr sz="675" b="1">
                <a:solidFill>
                  <a:srgbClr val="153A35"/>
                </a:solidFill>
              </a:defRPr>
            </a:lvl8pPr>
            <a:lvl9pPr>
              <a:defRPr sz="675" b="1">
                <a:solidFill>
                  <a:srgbClr val="153A35"/>
                </a:solidFill>
              </a:defRPr>
            </a:lvl9pPr>
          </a:lstStyle>
          <a:p>
            <a:pPr>
              <a:defRPr sz="675" b="1">
                <a:solidFill>
                  <a:srgbClr val="153A35"/>
                </a:solidFill>
              </a:defRPr>
            </a:pPr>
            <a:r>
              <a:rPr sz="675" b="1">
                <a:solidFill>
                  <a:srgbClr val="153A35"/>
                </a:solidFill>
              </a:rPr>
              <a:t>Search, filters, selection, and saved stops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E4BC27F-C031-4C00-B1FC-EE7E5E5A713D}"/>
              </a:ext>
            </a:extLst>
          </p:cNvPr>
          <p:cNvSpPr>
            <a:spLocks noGrp="1"/>
          </p:cNvSpPr>
          <p:nvPr/>
        </p:nvSpPr>
        <p:spPr>
          <a:xfrm>
            <a:off x="13735050" y="3905250"/>
            <a:ext cx="800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600" b="0">
                <a:solidFill>
                  <a:srgbClr val="405D72"/>
                </a:solidFill>
              </a:defRPr>
            </a:defPPr>
            <a:lvl1pPr>
              <a:defRPr sz="600" b="0">
                <a:solidFill>
                  <a:srgbClr val="405D72"/>
                </a:solidFill>
              </a:defRPr>
            </a:lvl1pPr>
            <a:lvl2pPr>
              <a:defRPr sz="600" b="0">
                <a:solidFill>
                  <a:srgbClr val="405D72"/>
                </a:solidFill>
              </a:defRPr>
            </a:lvl2pPr>
            <a:lvl3pPr>
              <a:defRPr sz="600" b="0">
                <a:solidFill>
                  <a:srgbClr val="405D72"/>
                </a:solidFill>
              </a:defRPr>
            </a:lvl3pPr>
            <a:lvl4pPr>
              <a:defRPr sz="600" b="0">
                <a:solidFill>
                  <a:srgbClr val="405D72"/>
                </a:solidFill>
              </a:defRPr>
            </a:lvl4pPr>
            <a:lvl5pPr>
              <a:defRPr sz="600" b="0">
                <a:solidFill>
                  <a:srgbClr val="405D72"/>
                </a:solidFill>
              </a:defRPr>
            </a:lvl5pPr>
            <a:lvl6pPr>
              <a:defRPr sz="600" b="0">
                <a:solidFill>
                  <a:srgbClr val="405D72"/>
                </a:solidFill>
              </a:defRPr>
            </a:lvl6pPr>
            <a:lvl7pPr>
              <a:defRPr sz="600" b="0">
                <a:solidFill>
                  <a:srgbClr val="405D72"/>
                </a:solidFill>
              </a:defRPr>
            </a:lvl7pPr>
            <a:lvl8pPr>
              <a:defRPr sz="600" b="0">
                <a:solidFill>
                  <a:srgbClr val="405D72"/>
                </a:solidFill>
              </a:defRPr>
            </a:lvl8pPr>
            <a:lvl9pPr>
              <a:defRPr sz="600" b="0">
                <a:solidFill>
                  <a:srgbClr val="405D72"/>
                </a:solidFill>
              </a:defRPr>
            </a:lvl9pPr>
          </a:lstStyle>
          <a:p>
            <a:pPr>
              <a:defRPr sz="600" b="0">
                <a:solidFill>
                  <a:srgbClr val="405D72"/>
                </a:solidFill>
              </a:defRPr>
            </a:pPr>
            <a:r>
              <a:rPr sz="600" b="0">
                <a:solidFill>
                  <a:srgbClr val="405D72"/>
                </a:solidFill>
              </a:rPr>
              <a:t>Evidence: controls implemented. Boundary: accessibility untested.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E9BF0A0-F7B7-4B4D-82AA-3F18E97AC34C}"/>
              </a:ext>
            </a:extLst>
          </p:cNvPr>
          <p:cNvSpPr>
            <a:spLocks noGrp="1"/>
          </p:cNvSpPr>
          <p:nvPr/>
        </p:nvSpPr>
        <p:spPr>
          <a:xfrm>
            <a:off x="14611350" y="2457450"/>
            <a:ext cx="8763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AABEB8"/>
            </a:solidFill>
            <a:prstDash val="solid"/>
          </a:ln>
        </p:spPr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AC921B08-D79A-46C2-9A86-C0D0C7D24CA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000" t="42000"/>
          <a:stretch/>
        </p:blipFill>
        <p:spPr>
          <a:xfrm>
            <a:off x="14639925" y="2686050"/>
            <a:ext cx="819150" cy="742950"/>
          </a:xfrm>
          <a:prstGeom prst="rect">
            <a:avLst/>
          </a:prstGeom>
        </p:spPr>
      </p:pic>
      <p:sp>
        <p:nvSpPr>
          <p:cNvPr id="53" name="矩形 52">
            <a:extLst>
              <a:ext uri="{FF2B5EF4-FFF2-40B4-BE49-F238E27FC236}">
                <a16:creationId xmlns:a16="http://schemas.microsoft.com/office/drawing/2014/main" id="{B8DBDFB8-CBFA-4396-8671-FEFD438B2CBC}"/>
              </a:ext>
            </a:extLst>
          </p:cNvPr>
          <p:cNvSpPr>
            <a:spLocks noGrp="1"/>
          </p:cNvSpPr>
          <p:nvPr/>
        </p:nvSpPr>
        <p:spPr>
          <a:xfrm>
            <a:off x="14649450" y="2514600"/>
            <a:ext cx="8001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 b="1">
                <a:solidFill>
                  <a:srgbClr val="A64A36"/>
                </a:solidFill>
              </a:defRPr>
            </a:defPPr>
            <a:lvl1pPr>
              <a:defRPr sz="750" b="1">
                <a:solidFill>
                  <a:srgbClr val="A64A36"/>
                </a:solidFill>
              </a:defRPr>
            </a:lvl1pPr>
            <a:lvl2pPr>
              <a:defRPr sz="750" b="1">
                <a:solidFill>
                  <a:srgbClr val="A64A36"/>
                </a:solidFill>
              </a:defRPr>
            </a:lvl2pPr>
            <a:lvl3pPr>
              <a:defRPr sz="750" b="1">
                <a:solidFill>
                  <a:srgbClr val="A64A36"/>
                </a:solidFill>
              </a:defRPr>
            </a:lvl3pPr>
            <a:lvl4pPr>
              <a:defRPr sz="750" b="1">
                <a:solidFill>
                  <a:srgbClr val="A64A36"/>
                </a:solidFill>
              </a:defRPr>
            </a:lvl4pPr>
            <a:lvl5pPr>
              <a:defRPr sz="750" b="1">
                <a:solidFill>
                  <a:srgbClr val="A64A36"/>
                </a:solidFill>
              </a:defRPr>
            </a:lvl5pPr>
            <a:lvl6pPr>
              <a:defRPr sz="750" b="1">
                <a:solidFill>
                  <a:srgbClr val="A64A36"/>
                </a:solidFill>
              </a:defRPr>
            </a:lvl6pPr>
            <a:lvl7pPr>
              <a:defRPr sz="750" b="1">
                <a:solidFill>
                  <a:srgbClr val="A64A36"/>
                </a:solidFill>
              </a:defRPr>
            </a:lvl7pPr>
            <a:lvl8pPr>
              <a:defRPr sz="750" b="1">
                <a:solidFill>
                  <a:srgbClr val="A64A36"/>
                </a:solidFill>
              </a:defRPr>
            </a:lvl8pPr>
            <a:lvl9pPr>
              <a:defRPr sz="750" b="1">
                <a:solidFill>
                  <a:srgbClr val="A64A36"/>
                </a:solidFill>
              </a:defRPr>
            </a:lvl9pPr>
          </a:lstStyle>
          <a:p>
            <a:pPr>
              <a:defRPr sz="750" b="1">
                <a:solidFill>
                  <a:srgbClr val="A64A36"/>
                </a:solidFill>
              </a:defRPr>
            </a:pPr>
            <a:r>
              <a:rPr sz="750" b="1">
                <a:solidFill>
                  <a:srgbClr val="A64A36"/>
                </a:solidFill>
              </a:rPr>
              <a:t>E  ADVANCED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5AFE8A4-4C7F-42C9-86D8-0A81163256D8}"/>
              </a:ext>
            </a:extLst>
          </p:cNvPr>
          <p:cNvSpPr>
            <a:spLocks noGrp="1"/>
          </p:cNvSpPr>
          <p:nvPr/>
        </p:nvSpPr>
        <p:spPr>
          <a:xfrm>
            <a:off x="14649450" y="3495675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675" b="1">
                <a:solidFill>
                  <a:srgbClr val="153A35"/>
                </a:solidFill>
              </a:defRPr>
            </a:defPPr>
            <a:lvl1pPr>
              <a:defRPr sz="675" b="1">
                <a:solidFill>
                  <a:srgbClr val="153A35"/>
                </a:solidFill>
              </a:defRPr>
            </a:lvl1pPr>
            <a:lvl2pPr>
              <a:defRPr sz="675" b="1">
                <a:solidFill>
                  <a:srgbClr val="153A35"/>
                </a:solidFill>
              </a:defRPr>
            </a:lvl2pPr>
            <a:lvl3pPr>
              <a:defRPr sz="675" b="1">
                <a:solidFill>
                  <a:srgbClr val="153A35"/>
                </a:solidFill>
              </a:defRPr>
            </a:lvl3pPr>
            <a:lvl4pPr>
              <a:defRPr sz="675" b="1">
                <a:solidFill>
                  <a:srgbClr val="153A35"/>
                </a:solidFill>
              </a:defRPr>
            </a:lvl4pPr>
            <a:lvl5pPr>
              <a:defRPr sz="675" b="1">
                <a:solidFill>
                  <a:srgbClr val="153A35"/>
                </a:solidFill>
              </a:defRPr>
            </a:lvl5pPr>
            <a:lvl6pPr>
              <a:defRPr sz="675" b="1">
                <a:solidFill>
                  <a:srgbClr val="153A35"/>
                </a:solidFill>
              </a:defRPr>
            </a:lvl6pPr>
            <a:lvl7pPr>
              <a:defRPr sz="675" b="1">
                <a:solidFill>
                  <a:srgbClr val="153A35"/>
                </a:solidFill>
              </a:defRPr>
            </a:lvl7pPr>
            <a:lvl8pPr>
              <a:defRPr sz="675" b="1">
                <a:solidFill>
                  <a:srgbClr val="153A35"/>
                </a:solidFill>
              </a:defRPr>
            </a:lvl8pPr>
            <a:lvl9pPr>
              <a:defRPr sz="675" b="1">
                <a:solidFill>
                  <a:srgbClr val="153A35"/>
                </a:solidFill>
              </a:defRPr>
            </a:lvl9pPr>
          </a:lstStyle>
          <a:p>
            <a:pPr>
              <a:defRPr sz="675" b="1">
                <a:solidFill>
                  <a:srgbClr val="153A35"/>
                </a:solidFill>
              </a:defRPr>
            </a:pPr>
            <a:r>
              <a:rPr sz="675" b="1">
                <a:solidFill>
                  <a:srgbClr val="153A35"/>
                </a:solidFill>
              </a:rPr>
              <a:t>Three route heuristics with transport estimates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85BD7BC-DD08-4BBF-B5E9-3C8F781FF15C}"/>
              </a:ext>
            </a:extLst>
          </p:cNvPr>
          <p:cNvSpPr>
            <a:spLocks noGrp="1"/>
          </p:cNvSpPr>
          <p:nvPr/>
        </p:nvSpPr>
        <p:spPr>
          <a:xfrm>
            <a:off x="14649450" y="3905250"/>
            <a:ext cx="800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600" b="0">
                <a:solidFill>
                  <a:srgbClr val="405D72"/>
                </a:solidFill>
              </a:defRPr>
            </a:defPPr>
            <a:lvl1pPr>
              <a:defRPr sz="600" b="0">
                <a:solidFill>
                  <a:srgbClr val="405D72"/>
                </a:solidFill>
              </a:defRPr>
            </a:lvl1pPr>
            <a:lvl2pPr>
              <a:defRPr sz="600" b="0">
                <a:solidFill>
                  <a:srgbClr val="405D72"/>
                </a:solidFill>
              </a:defRPr>
            </a:lvl2pPr>
            <a:lvl3pPr>
              <a:defRPr sz="600" b="0">
                <a:solidFill>
                  <a:srgbClr val="405D72"/>
                </a:solidFill>
              </a:defRPr>
            </a:lvl3pPr>
            <a:lvl4pPr>
              <a:defRPr sz="600" b="0">
                <a:solidFill>
                  <a:srgbClr val="405D72"/>
                </a:solidFill>
              </a:defRPr>
            </a:lvl4pPr>
            <a:lvl5pPr>
              <a:defRPr sz="600" b="0">
                <a:solidFill>
                  <a:srgbClr val="405D72"/>
                </a:solidFill>
              </a:defRPr>
            </a:lvl5pPr>
            <a:lvl6pPr>
              <a:defRPr sz="600" b="0">
                <a:solidFill>
                  <a:srgbClr val="405D72"/>
                </a:solidFill>
              </a:defRPr>
            </a:lvl6pPr>
            <a:lvl7pPr>
              <a:defRPr sz="600" b="0">
                <a:solidFill>
                  <a:srgbClr val="405D72"/>
                </a:solidFill>
              </a:defRPr>
            </a:lvl7pPr>
            <a:lvl8pPr>
              <a:defRPr sz="600" b="0">
                <a:solidFill>
                  <a:srgbClr val="405D72"/>
                </a:solidFill>
              </a:defRPr>
            </a:lvl8pPr>
            <a:lvl9pPr>
              <a:defRPr sz="600" b="0">
                <a:solidFill>
                  <a:srgbClr val="405D72"/>
                </a:solidFill>
              </a:defRPr>
            </a:lvl9pPr>
          </a:lstStyle>
          <a:p>
            <a:pPr>
              <a:defRPr sz="600" b="0">
                <a:solidFill>
                  <a:srgbClr val="405D72"/>
                </a:solidFill>
              </a:defRPr>
            </a:pPr>
            <a:r>
              <a:rPr sz="600" b="0">
                <a:solidFill>
                  <a:srgbClr val="405D72"/>
                </a:solidFill>
              </a:rPr>
              <a:t>Evidence: route comparison. Boundary: not live navigation.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06D4860-52BD-4D63-93CA-C5405366C2D5}"/>
              </a:ext>
            </a:extLst>
          </p:cNvPr>
          <p:cNvSpPr>
            <a:spLocks noGrp="1"/>
          </p:cNvSpPr>
          <p:nvPr/>
        </p:nvSpPr>
        <p:spPr>
          <a:xfrm>
            <a:off x="438150" y="4514850"/>
            <a:ext cx="15125700" cy="457200"/>
          </a:xfrm>
          <a:prstGeom prst="rect">
            <a:avLst/>
          </a:prstGeom>
          <a:solidFill>
            <a:srgbClr val="EEF2F1"/>
          </a:solidFill>
          <a:ln w="9525">
            <a:solidFill>
              <a:srgbClr val="AABEB8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893464C-8051-4F2B-9B6D-89E000046054}"/>
              </a:ext>
            </a:extLst>
          </p:cNvPr>
          <p:cNvSpPr>
            <a:spLocks noGrp="1"/>
          </p:cNvSpPr>
          <p:nvPr/>
        </p:nvSpPr>
        <p:spPr>
          <a:xfrm>
            <a:off x="561975" y="4585082"/>
            <a:ext cx="14839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>
                <a:solidFill>
                  <a:srgbClr val="153A35"/>
                </a:solidFill>
              </a:defRPr>
            </a:defPPr>
            <a:lvl1pPr>
              <a:defRPr sz="900">
                <a:solidFill>
                  <a:srgbClr val="153A35"/>
                </a:solidFill>
              </a:defRPr>
            </a:lvl1pPr>
            <a:lvl2pPr>
              <a:defRPr sz="900">
                <a:solidFill>
                  <a:srgbClr val="153A35"/>
                </a:solidFill>
              </a:defRPr>
            </a:lvl2pPr>
            <a:lvl3pPr>
              <a:defRPr sz="900">
                <a:solidFill>
                  <a:srgbClr val="153A35"/>
                </a:solidFill>
              </a:defRPr>
            </a:lvl3pPr>
            <a:lvl4pPr>
              <a:defRPr sz="900">
                <a:solidFill>
                  <a:srgbClr val="153A35"/>
                </a:solidFill>
              </a:defRPr>
            </a:lvl4pPr>
            <a:lvl5pPr>
              <a:defRPr sz="900">
                <a:solidFill>
                  <a:srgbClr val="153A35"/>
                </a:solidFill>
              </a:defRPr>
            </a:lvl5pPr>
            <a:lvl6pPr>
              <a:defRPr sz="900">
                <a:solidFill>
                  <a:srgbClr val="153A35"/>
                </a:solidFill>
              </a:defRPr>
            </a:lvl6pPr>
            <a:lvl7pPr>
              <a:defRPr sz="900">
                <a:solidFill>
                  <a:srgbClr val="153A35"/>
                </a:solidFill>
              </a:defRPr>
            </a:lvl7pPr>
            <a:lvl8pPr>
              <a:defRPr sz="900">
                <a:solidFill>
                  <a:srgbClr val="153A35"/>
                </a:solidFill>
              </a:defRPr>
            </a:lvl8pPr>
            <a:lvl9pPr>
              <a:defRPr sz="900">
                <a:solidFill>
                  <a:srgbClr val="153A35"/>
                </a:solidFill>
              </a:defRPr>
            </a:lvl9pPr>
          </a:lstStyle>
          <a:p>
            <a:pPr>
              <a:defRPr sz="900">
                <a:solidFill>
                  <a:srgbClr val="153A35"/>
                </a:solidFill>
              </a:defRPr>
            </a:pPr>
            <a:r>
              <a:rPr sz="900" b="1" dirty="0">
                <a:solidFill>
                  <a:srgbClr val="153A35"/>
                </a:solidFill>
              </a:rPr>
              <a:t>Data provenance: </a:t>
            </a:r>
            <a:r>
              <a:rPr sz="900" b="0" dirty="0" err="1">
                <a:solidFill>
                  <a:srgbClr val="153A35"/>
                </a:solidFill>
              </a:rPr>
              <a:t>JuniceLin</a:t>
            </a:r>
            <a:r>
              <a:rPr sz="900" b="0" dirty="0">
                <a:solidFill>
                  <a:srgbClr val="153A35"/>
                </a:solidFill>
              </a:rPr>
              <a:t>/Kunshan-Map, MIT source snapshot, 82 curated records / 67 documented relations / 13 source collections. Per-record source IDs, location precision, image source and credit fields are retained. </a:t>
            </a:r>
            <a:r>
              <a:rPr sz="900" b="1" dirty="0">
                <a:solidFill>
                  <a:srgbClr val="153A35"/>
                </a:solidFill>
              </a:rPr>
              <a:t>Advanced view rationale: </a:t>
            </a:r>
            <a:r>
              <a:rPr sz="900" b="0" dirty="0">
                <a:solidFill>
                  <a:srgbClr val="153A35"/>
                </a:solidFill>
              </a:rPr>
              <a:t>compare transparent heuristics beside a simple saved-stop list; it is not routing guidance.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A43014D-6B1D-4D36-9857-4A83C984567E}"/>
              </a:ext>
            </a:extLst>
          </p:cNvPr>
          <p:cNvSpPr>
            <a:spLocks noGrp="1"/>
          </p:cNvSpPr>
          <p:nvPr/>
        </p:nvSpPr>
        <p:spPr>
          <a:xfrm>
            <a:off x="438150" y="52006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A64A36"/>
                </a:solidFill>
              </a:defRPr>
            </a:defPPr>
            <a:lvl1pPr>
              <a:defRPr sz="825" b="1">
                <a:solidFill>
                  <a:srgbClr val="A64A36"/>
                </a:solidFill>
              </a:defRPr>
            </a:lvl1pPr>
            <a:lvl2pPr>
              <a:defRPr sz="825" b="1">
                <a:solidFill>
                  <a:srgbClr val="A64A36"/>
                </a:solidFill>
              </a:defRPr>
            </a:lvl2pPr>
            <a:lvl3pPr>
              <a:defRPr sz="825" b="1">
                <a:solidFill>
                  <a:srgbClr val="A64A36"/>
                </a:solidFill>
              </a:defRPr>
            </a:lvl3pPr>
            <a:lvl4pPr>
              <a:defRPr sz="825" b="1">
                <a:solidFill>
                  <a:srgbClr val="A64A36"/>
                </a:solidFill>
              </a:defRPr>
            </a:lvl4pPr>
            <a:lvl5pPr>
              <a:defRPr sz="825" b="1">
                <a:solidFill>
                  <a:srgbClr val="A64A36"/>
                </a:solidFill>
              </a:defRPr>
            </a:lvl5pPr>
            <a:lvl6pPr>
              <a:defRPr sz="825" b="1">
                <a:solidFill>
                  <a:srgbClr val="A64A36"/>
                </a:solidFill>
              </a:defRPr>
            </a:lvl6pPr>
            <a:lvl7pPr>
              <a:defRPr sz="825" b="1">
                <a:solidFill>
                  <a:srgbClr val="A64A36"/>
                </a:solidFill>
              </a:defRPr>
            </a:lvl7pPr>
            <a:lvl8pPr>
              <a:defRPr sz="825" b="1">
                <a:solidFill>
                  <a:srgbClr val="A64A36"/>
                </a:solidFill>
              </a:defRPr>
            </a:lvl8pPr>
            <a:lvl9pPr>
              <a:defRPr sz="825" b="1">
                <a:solidFill>
                  <a:srgbClr val="A64A36"/>
                </a:solidFill>
              </a:defRPr>
            </a:lvl9pPr>
          </a:lstStyle>
          <a:p>
            <a:pPr>
              <a:defRPr sz="825" b="1">
                <a:solidFill>
                  <a:srgbClr val="A64A36"/>
                </a:solidFill>
              </a:defRPr>
            </a:pPr>
            <a:r>
              <a:rPr sz="825" b="1">
                <a:solidFill>
                  <a:srgbClr val="A64A36"/>
                </a:solidFill>
              </a:rPr>
              <a:t>FIG 2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23F2FB8-485D-47AA-9A36-BB2F50C73475}"/>
              </a:ext>
            </a:extLst>
          </p:cNvPr>
          <p:cNvSpPr>
            <a:spLocks noGrp="1"/>
          </p:cNvSpPr>
          <p:nvPr/>
        </p:nvSpPr>
        <p:spPr>
          <a:xfrm>
            <a:off x="1047750" y="5181600"/>
            <a:ext cx="9163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153A35"/>
                </a:solidFill>
              </a:defRPr>
            </a:defPPr>
            <a:lvl1pPr>
              <a:defRPr sz="1200" b="1">
                <a:solidFill>
                  <a:srgbClr val="153A35"/>
                </a:solidFill>
              </a:defRPr>
            </a:lvl1pPr>
            <a:lvl2pPr>
              <a:defRPr sz="1200" b="1">
                <a:solidFill>
                  <a:srgbClr val="153A35"/>
                </a:solidFill>
              </a:defRPr>
            </a:lvl2pPr>
            <a:lvl3pPr>
              <a:defRPr sz="1200" b="1">
                <a:solidFill>
                  <a:srgbClr val="153A35"/>
                </a:solidFill>
              </a:defRPr>
            </a:lvl3pPr>
            <a:lvl4pPr>
              <a:defRPr sz="1200" b="1">
                <a:solidFill>
                  <a:srgbClr val="153A35"/>
                </a:solidFill>
              </a:defRPr>
            </a:lvl4pPr>
            <a:lvl5pPr>
              <a:defRPr sz="1200" b="1">
                <a:solidFill>
                  <a:srgbClr val="153A35"/>
                </a:solidFill>
              </a:defRPr>
            </a:lvl5pPr>
            <a:lvl6pPr>
              <a:defRPr sz="1200" b="1">
                <a:solidFill>
                  <a:srgbClr val="153A35"/>
                </a:solidFill>
              </a:defRPr>
            </a:lvl6pPr>
            <a:lvl7pPr>
              <a:defRPr sz="1200" b="1">
                <a:solidFill>
                  <a:srgbClr val="153A35"/>
                </a:solidFill>
              </a:defRPr>
            </a:lvl7pPr>
            <a:lvl8pPr>
              <a:defRPr sz="1200" b="1">
                <a:solidFill>
                  <a:srgbClr val="153A35"/>
                </a:solidFill>
              </a:defRPr>
            </a:lvl8pPr>
            <a:lvl9pPr>
              <a:defRPr sz="1200" b="1">
                <a:solidFill>
                  <a:srgbClr val="153A35"/>
                </a:solidFill>
              </a:defRPr>
            </a:lvl9pPr>
          </a:lstStyle>
          <a:p>
            <a:pPr>
              <a:defRPr sz="1200" b="1">
                <a:solidFill>
                  <a:srgbClr val="153A35"/>
                </a:solidFill>
              </a:defRPr>
            </a:pPr>
            <a:r>
              <a:rPr sz="1200" b="1">
                <a:solidFill>
                  <a:srgbClr val="153A35"/>
                </a:solidFill>
              </a:rPr>
              <a:t>Software architecture of the submitted version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80F4578-F3F3-49BA-945F-035096AD27C4}"/>
              </a:ext>
            </a:extLst>
          </p:cNvPr>
          <p:cNvSpPr>
            <a:spLocks noGrp="1"/>
          </p:cNvSpPr>
          <p:nvPr/>
        </p:nvSpPr>
        <p:spPr>
          <a:xfrm>
            <a:off x="438150" y="5486400"/>
            <a:ext cx="9772650" cy="19050"/>
          </a:xfrm>
          <a:prstGeom prst="rect">
            <a:avLst/>
          </a:prstGeom>
          <a:solidFill>
            <a:srgbClr val="13796F"/>
          </a:solidFill>
          <a:ln w="0">
            <a:noFill/>
            <a:prstDash val="solid"/>
          </a:ln>
        </p:spPr>
      </p:sp>
      <p:sp>
        <p:nvSpPr>
          <p:cNvPr id="61" name="圆角矩形 60">
            <a:extLst>
              <a:ext uri="{FF2B5EF4-FFF2-40B4-BE49-F238E27FC236}">
                <a16:creationId xmlns:a16="http://schemas.microsoft.com/office/drawing/2014/main" id="{5F8021BF-F3CE-4EA0-945D-31B6AF73CC65}"/>
              </a:ext>
            </a:extLst>
          </p:cNvPr>
          <p:cNvSpPr>
            <a:spLocks noGrp="1"/>
          </p:cNvSpPr>
          <p:nvPr/>
        </p:nvSpPr>
        <p:spPr>
          <a:xfrm>
            <a:off x="438150" y="5667375"/>
            <a:ext cx="1809750" cy="1114425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9525">
            <a:solidFill>
              <a:srgbClr val="AABEB8"/>
            </a:solidFill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3673DA9-9C14-478B-967C-4957B3F7355C}"/>
              </a:ext>
            </a:extLst>
          </p:cNvPr>
          <p:cNvSpPr>
            <a:spLocks noGrp="1"/>
          </p:cNvSpPr>
          <p:nvPr/>
        </p:nvSpPr>
        <p:spPr>
          <a:xfrm>
            <a:off x="561975" y="5781675"/>
            <a:ext cx="1571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13796F"/>
                </a:solidFill>
              </a:defRPr>
            </a:defPPr>
            <a:lvl1pPr>
              <a:defRPr sz="1125" b="1">
                <a:solidFill>
                  <a:srgbClr val="13796F"/>
                </a:solidFill>
              </a:defRPr>
            </a:lvl1pPr>
            <a:lvl2pPr>
              <a:defRPr sz="1125" b="1">
                <a:solidFill>
                  <a:srgbClr val="13796F"/>
                </a:solidFill>
              </a:defRPr>
            </a:lvl2pPr>
            <a:lvl3pPr>
              <a:defRPr sz="1125" b="1">
                <a:solidFill>
                  <a:srgbClr val="13796F"/>
                </a:solidFill>
              </a:defRPr>
            </a:lvl3pPr>
            <a:lvl4pPr>
              <a:defRPr sz="1125" b="1">
                <a:solidFill>
                  <a:srgbClr val="13796F"/>
                </a:solidFill>
              </a:defRPr>
            </a:lvl4pPr>
            <a:lvl5pPr>
              <a:defRPr sz="1125" b="1">
                <a:solidFill>
                  <a:srgbClr val="13796F"/>
                </a:solidFill>
              </a:defRPr>
            </a:lvl5pPr>
            <a:lvl6pPr>
              <a:defRPr sz="1125" b="1">
                <a:solidFill>
                  <a:srgbClr val="13796F"/>
                </a:solidFill>
              </a:defRPr>
            </a:lvl6pPr>
            <a:lvl7pPr>
              <a:defRPr sz="1125" b="1">
                <a:solidFill>
                  <a:srgbClr val="13796F"/>
                </a:solidFill>
              </a:defRPr>
            </a:lvl7pPr>
            <a:lvl8pPr>
              <a:defRPr sz="1125" b="1">
                <a:solidFill>
                  <a:srgbClr val="13796F"/>
                </a:solidFill>
              </a:defRPr>
            </a:lvl8pPr>
            <a:lvl9pPr>
              <a:defRPr sz="1125" b="1">
                <a:solidFill>
                  <a:srgbClr val="13796F"/>
                </a:solidFill>
              </a:defRPr>
            </a:lvl9pPr>
          </a:lstStyle>
          <a:p>
            <a:pPr>
              <a:defRPr sz="1125" b="1">
                <a:solidFill>
                  <a:srgbClr val="13796F"/>
                </a:solidFill>
              </a:defRPr>
            </a:pPr>
            <a:r>
              <a:rPr sz="1125" b="1">
                <a:solidFill>
                  <a:srgbClr val="13796F"/>
                </a:solidFill>
              </a:rPr>
              <a:t>1 · DATA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C35DF75-4CCC-42DD-9CA9-59FB793D0C20}"/>
              </a:ext>
            </a:extLst>
          </p:cNvPr>
          <p:cNvSpPr>
            <a:spLocks noGrp="1"/>
          </p:cNvSpPr>
          <p:nvPr/>
        </p:nvSpPr>
        <p:spPr>
          <a:xfrm>
            <a:off x="561975" y="6067425"/>
            <a:ext cx="1571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153A35"/>
                </a:solidFill>
              </a:defRPr>
            </a:defPPr>
            <a:lvl1pPr>
              <a:defRPr sz="825" b="0">
                <a:solidFill>
                  <a:srgbClr val="153A35"/>
                </a:solidFill>
              </a:defRPr>
            </a:lvl1pPr>
            <a:lvl2pPr>
              <a:defRPr sz="825" b="0">
                <a:solidFill>
                  <a:srgbClr val="153A35"/>
                </a:solidFill>
              </a:defRPr>
            </a:lvl2pPr>
            <a:lvl3pPr>
              <a:defRPr sz="825" b="0">
                <a:solidFill>
                  <a:srgbClr val="153A35"/>
                </a:solidFill>
              </a:defRPr>
            </a:lvl3pPr>
            <a:lvl4pPr>
              <a:defRPr sz="825" b="0">
                <a:solidFill>
                  <a:srgbClr val="153A35"/>
                </a:solidFill>
              </a:defRPr>
            </a:lvl4pPr>
            <a:lvl5pPr>
              <a:defRPr sz="825" b="0">
                <a:solidFill>
                  <a:srgbClr val="153A35"/>
                </a:solidFill>
              </a:defRPr>
            </a:lvl5pPr>
            <a:lvl6pPr>
              <a:defRPr sz="825" b="0">
                <a:solidFill>
                  <a:srgbClr val="153A35"/>
                </a:solidFill>
              </a:defRPr>
            </a:lvl6pPr>
            <a:lvl7pPr>
              <a:defRPr sz="825" b="0">
                <a:solidFill>
                  <a:srgbClr val="153A35"/>
                </a:solidFill>
              </a:defRPr>
            </a:lvl7pPr>
            <a:lvl8pPr>
              <a:defRPr sz="825" b="0">
                <a:solidFill>
                  <a:srgbClr val="153A35"/>
                </a:solidFill>
              </a:defRPr>
            </a:lvl8pPr>
            <a:lvl9pPr>
              <a:defRPr sz="825" b="0">
                <a:solidFill>
                  <a:srgbClr val="153A35"/>
                </a:solidFill>
              </a:defRPr>
            </a:lvl9pPr>
          </a:lstStyle>
          <a:p>
            <a:pPr>
              <a:defRPr sz="825" b="0">
                <a:solidFill>
                  <a:srgbClr val="153A35"/>
                </a:solidFill>
              </a:defRPr>
            </a:pPr>
            <a:r>
              <a:rPr sz="825" b="0">
                <a:solidFill>
                  <a:srgbClr val="153A35"/>
                </a:solidFill>
              </a:rPr>
              <a:t>data/kunshan-cultural-dataset.json</a:t>
            </a:r>
          </a:p>
          <a:p>
            <a:pPr>
              <a:defRPr sz="825" b="0">
                <a:solidFill>
                  <a:srgbClr val="153A35"/>
                </a:solidFill>
              </a:defRPr>
            </a:pPr>
            <a:r>
              <a:rPr sz="825" b="0">
                <a:solidFill>
                  <a:srgbClr val="153A35"/>
                </a:solidFill>
              </a:rPr>
              <a:t>82 records · 67 relations</a:t>
            </a:r>
          </a:p>
          <a:p>
            <a:pPr>
              <a:defRPr sz="825" b="0">
                <a:solidFill>
                  <a:srgbClr val="153A35"/>
                </a:solidFill>
              </a:defRPr>
            </a:pPr>
            <a:r>
              <a:rPr sz="825" b="0">
                <a:solidFill>
                  <a:srgbClr val="153A35"/>
                </a:solidFill>
              </a:rPr>
              <a:t>source / credit / precision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BB935EA1-F0D1-41A6-B1AC-6CA4E4DC23F9}"/>
              </a:ext>
            </a:extLst>
          </p:cNvPr>
          <p:cNvSpPr>
            <a:spLocks noGrp="1"/>
          </p:cNvSpPr>
          <p:nvPr/>
        </p:nvSpPr>
        <p:spPr>
          <a:xfrm>
            <a:off x="2286000" y="6048375"/>
            <a:ext cx="228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A64A36"/>
                </a:solidFill>
              </a:defRPr>
            </a:defPPr>
            <a:lvl1pPr>
              <a:defRPr sz="1650" b="1">
                <a:solidFill>
                  <a:srgbClr val="A64A36"/>
                </a:solidFill>
              </a:defRPr>
            </a:lvl1pPr>
            <a:lvl2pPr>
              <a:defRPr sz="1650" b="1">
                <a:solidFill>
                  <a:srgbClr val="A64A36"/>
                </a:solidFill>
              </a:defRPr>
            </a:lvl2pPr>
            <a:lvl3pPr>
              <a:defRPr sz="1650" b="1">
                <a:solidFill>
                  <a:srgbClr val="A64A36"/>
                </a:solidFill>
              </a:defRPr>
            </a:lvl3pPr>
            <a:lvl4pPr>
              <a:defRPr sz="1650" b="1">
                <a:solidFill>
                  <a:srgbClr val="A64A36"/>
                </a:solidFill>
              </a:defRPr>
            </a:lvl4pPr>
            <a:lvl5pPr>
              <a:defRPr sz="1650" b="1">
                <a:solidFill>
                  <a:srgbClr val="A64A36"/>
                </a:solidFill>
              </a:defRPr>
            </a:lvl5pPr>
            <a:lvl6pPr>
              <a:defRPr sz="1650" b="1">
                <a:solidFill>
                  <a:srgbClr val="A64A36"/>
                </a:solidFill>
              </a:defRPr>
            </a:lvl6pPr>
            <a:lvl7pPr>
              <a:defRPr sz="1650" b="1">
                <a:solidFill>
                  <a:srgbClr val="A64A36"/>
                </a:solidFill>
              </a:defRPr>
            </a:lvl7pPr>
            <a:lvl8pPr>
              <a:defRPr sz="1650" b="1">
                <a:solidFill>
                  <a:srgbClr val="A64A36"/>
                </a:solidFill>
              </a:defRPr>
            </a:lvl8pPr>
            <a:lvl9pPr>
              <a:defRPr sz="1650" b="1">
                <a:solidFill>
                  <a:srgbClr val="A64A36"/>
                </a:solidFill>
              </a:defRPr>
            </a:lvl9pPr>
          </a:lstStyle>
          <a:p>
            <a:pPr>
              <a:defRPr sz="1650" b="1">
                <a:solidFill>
                  <a:srgbClr val="A64A36"/>
                </a:solidFill>
              </a:defRPr>
            </a:pPr>
            <a:r>
              <a:rPr sz="1650" b="1">
                <a:solidFill>
                  <a:srgbClr val="A64A36"/>
                </a:solidFill>
              </a:rPr>
              <a:t>→</a:t>
            </a:r>
          </a:p>
        </p:txBody>
      </p:sp>
      <p:sp>
        <p:nvSpPr>
          <p:cNvPr id="65" name="圆角矩形 64">
            <a:extLst>
              <a:ext uri="{FF2B5EF4-FFF2-40B4-BE49-F238E27FC236}">
                <a16:creationId xmlns:a16="http://schemas.microsoft.com/office/drawing/2014/main" id="{AD82E84A-7445-480A-B3EF-EB00E1D1AF84}"/>
              </a:ext>
            </a:extLst>
          </p:cNvPr>
          <p:cNvSpPr>
            <a:spLocks noGrp="1"/>
          </p:cNvSpPr>
          <p:nvPr/>
        </p:nvSpPr>
        <p:spPr>
          <a:xfrm>
            <a:off x="2390775" y="5667375"/>
            <a:ext cx="1809750" cy="1114425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9525">
            <a:solidFill>
              <a:srgbClr val="AABEB8"/>
            </a:solidFill>
            <a:prstDash val="solid"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D8668CC-AE57-4971-95E1-F00DE790A91C}"/>
              </a:ext>
            </a:extLst>
          </p:cNvPr>
          <p:cNvSpPr>
            <a:spLocks noGrp="1"/>
          </p:cNvSpPr>
          <p:nvPr/>
        </p:nvSpPr>
        <p:spPr>
          <a:xfrm>
            <a:off x="2514600" y="5781675"/>
            <a:ext cx="1571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13796F"/>
                </a:solidFill>
              </a:defRPr>
            </a:defPPr>
            <a:lvl1pPr>
              <a:defRPr sz="1125" b="1">
                <a:solidFill>
                  <a:srgbClr val="13796F"/>
                </a:solidFill>
              </a:defRPr>
            </a:lvl1pPr>
            <a:lvl2pPr>
              <a:defRPr sz="1125" b="1">
                <a:solidFill>
                  <a:srgbClr val="13796F"/>
                </a:solidFill>
              </a:defRPr>
            </a:lvl2pPr>
            <a:lvl3pPr>
              <a:defRPr sz="1125" b="1">
                <a:solidFill>
                  <a:srgbClr val="13796F"/>
                </a:solidFill>
              </a:defRPr>
            </a:lvl3pPr>
            <a:lvl4pPr>
              <a:defRPr sz="1125" b="1">
                <a:solidFill>
                  <a:srgbClr val="13796F"/>
                </a:solidFill>
              </a:defRPr>
            </a:lvl4pPr>
            <a:lvl5pPr>
              <a:defRPr sz="1125" b="1">
                <a:solidFill>
                  <a:srgbClr val="13796F"/>
                </a:solidFill>
              </a:defRPr>
            </a:lvl5pPr>
            <a:lvl6pPr>
              <a:defRPr sz="1125" b="1">
                <a:solidFill>
                  <a:srgbClr val="13796F"/>
                </a:solidFill>
              </a:defRPr>
            </a:lvl6pPr>
            <a:lvl7pPr>
              <a:defRPr sz="1125" b="1">
                <a:solidFill>
                  <a:srgbClr val="13796F"/>
                </a:solidFill>
              </a:defRPr>
            </a:lvl7pPr>
            <a:lvl8pPr>
              <a:defRPr sz="1125" b="1">
                <a:solidFill>
                  <a:srgbClr val="13796F"/>
                </a:solidFill>
              </a:defRPr>
            </a:lvl8pPr>
            <a:lvl9pPr>
              <a:defRPr sz="1125" b="1">
                <a:solidFill>
                  <a:srgbClr val="13796F"/>
                </a:solidFill>
              </a:defRPr>
            </a:lvl9pPr>
          </a:lstStyle>
          <a:p>
            <a:pPr>
              <a:defRPr sz="1125" b="1">
                <a:solidFill>
                  <a:srgbClr val="13796F"/>
                </a:solidFill>
              </a:defRPr>
            </a:pPr>
            <a:r>
              <a:rPr sz="1125" b="1">
                <a:solidFill>
                  <a:srgbClr val="13796F"/>
                </a:solidFill>
              </a:rPr>
              <a:t>2 · TRANSFORM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2A93801-1660-44E9-A313-EE496B165797}"/>
              </a:ext>
            </a:extLst>
          </p:cNvPr>
          <p:cNvSpPr>
            <a:spLocks noGrp="1"/>
          </p:cNvSpPr>
          <p:nvPr/>
        </p:nvSpPr>
        <p:spPr>
          <a:xfrm>
            <a:off x="2514600" y="6067425"/>
            <a:ext cx="1571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153A35"/>
                </a:solidFill>
              </a:defRPr>
            </a:defPPr>
            <a:lvl1pPr>
              <a:defRPr sz="825" b="0">
                <a:solidFill>
                  <a:srgbClr val="153A35"/>
                </a:solidFill>
              </a:defRPr>
            </a:lvl1pPr>
            <a:lvl2pPr>
              <a:defRPr sz="825" b="0">
                <a:solidFill>
                  <a:srgbClr val="153A35"/>
                </a:solidFill>
              </a:defRPr>
            </a:lvl2pPr>
            <a:lvl3pPr>
              <a:defRPr sz="825" b="0">
                <a:solidFill>
                  <a:srgbClr val="153A35"/>
                </a:solidFill>
              </a:defRPr>
            </a:lvl3pPr>
            <a:lvl4pPr>
              <a:defRPr sz="825" b="0">
                <a:solidFill>
                  <a:srgbClr val="153A35"/>
                </a:solidFill>
              </a:defRPr>
            </a:lvl4pPr>
            <a:lvl5pPr>
              <a:defRPr sz="825" b="0">
                <a:solidFill>
                  <a:srgbClr val="153A35"/>
                </a:solidFill>
              </a:defRPr>
            </a:lvl5pPr>
            <a:lvl6pPr>
              <a:defRPr sz="825" b="0">
                <a:solidFill>
                  <a:srgbClr val="153A35"/>
                </a:solidFill>
              </a:defRPr>
            </a:lvl6pPr>
            <a:lvl7pPr>
              <a:defRPr sz="825" b="0">
                <a:solidFill>
                  <a:srgbClr val="153A35"/>
                </a:solidFill>
              </a:defRPr>
            </a:lvl7pPr>
            <a:lvl8pPr>
              <a:defRPr sz="825" b="0">
                <a:solidFill>
                  <a:srgbClr val="153A35"/>
                </a:solidFill>
              </a:defRPr>
            </a:lvl8pPr>
            <a:lvl9pPr>
              <a:defRPr sz="825" b="0">
                <a:solidFill>
                  <a:srgbClr val="153A35"/>
                </a:solidFill>
              </a:defRPr>
            </a:lvl9pPr>
          </a:lstStyle>
          <a:p>
            <a:pPr>
              <a:defRPr sz="825" b="0">
                <a:solidFill>
                  <a:srgbClr val="153A35"/>
                </a:solidFill>
              </a:defRPr>
            </a:pPr>
            <a:r>
              <a:rPr sz="825" b="0">
                <a:solidFill>
                  <a:srgbClr val="153A35"/>
                </a:solidFill>
              </a:rPr>
              <a:t>data.js</a:t>
            </a:r>
          </a:p>
          <a:p>
            <a:pPr>
              <a:defRPr sz="825" b="0">
                <a:solidFill>
                  <a:srgbClr val="153A35"/>
                </a:solidFill>
              </a:defRPr>
            </a:pPr>
            <a:r>
              <a:rPr sz="825" b="0">
                <a:solidFill>
                  <a:srgbClr val="153A35"/>
                </a:solidFill>
              </a:rPr>
              <a:t>static browser data</a:t>
            </a:r>
          </a:p>
          <a:p>
            <a:pPr>
              <a:defRPr sz="825" b="0">
                <a:solidFill>
                  <a:srgbClr val="153A35"/>
                </a:solidFill>
              </a:defRPr>
            </a:pPr>
            <a:r>
              <a:rPr sz="825" b="0">
                <a:solidFill>
                  <a:srgbClr val="153A35"/>
                </a:solidFill>
              </a:rPr>
              <a:t>local assets + localStorage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DA01B9E-F6A0-495D-8666-669A7086205F}"/>
              </a:ext>
            </a:extLst>
          </p:cNvPr>
          <p:cNvSpPr>
            <a:spLocks noGrp="1"/>
          </p:cNvSpPr>
          <p:nvPr/>
        </p:nvSpPr>
        <p:spPr>
          <a:xfrm>
            <a:off x="4238625" y="6048375"/>
            <a:ext cx="228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A64A36"/>
                </a:solidFill>
              </a:defRPr>
            </a:defPPr>
            <a:lvl1pPr>
              <a:defRPr sz="1650" b="1">
                <a:solidFill>
                  <a:srgbClr val="A64A36"/>
                </a:solidFill>
              </a:defRPr>
            </a:lvl1pPr>
            <a:lvl2pPr>
              <a:defRPr sz="1650" b="1">
                <a:solidFill>
                  <a:srgbClr val="A64A36"/>
                </a:solidFill>
              </a:defRPr>
            </a:lvl2pPr>
            <a:lvl3pPr>
              <a:defRPr sz="1650" b="1">
                <a:solidFill>
                  <a:srgbClr val="A64A36"/>
                </a:solidFill>
              </a:defRPr>
            </a:lvl3pPr>
            <a:lvl4pPr>
              <a:defRPr sz="1650" b="1">
                <a:solidFill>
                  <a:srgbClr val="A64A36"/>
                </a:solidFill>
              </a:defRPr>
            </a:lvl4pPr>
            <a:lvl5pPr>
              <a:defRPr sz="1650" b="1">
                <a:solidFill>
                  <a:srgbClr val="A64A36"/>
                </a:solidFill>
              </a:defRPr>
            </a:lvl5pPr>
            <a:lvl6pPr>
              <a:defRPr sz="1650" b="1">
                <a:solidFill>
                  <a:srgbClr val="A64A36"/>
                </a:solidFill>
              </a:defRPr>
            </a:lvl6pPr>
            <a:lvl7pPr>
              <a:defRPr sz="1650" b="1">
                <a:solidFill>
                  <a:srgbClr val="A64A36"/>
                </a:solidFill>
              </a:defRPr>
            </a:lvl7pPr>
            <a:lvl8pPr>
              <a:defRPr sz="1650" b="1">
                <a:solidFill>
                  <a:srgbClr val="A64A36"/>
                </a:solidFill>
              </a:defRPr>
            </a:lvl8pPr>
            <a:lvl9pPr>
              <a:defRPr sz="1650" b="1">
                <a:solidFill>
                  <a:srgbClr val="A64A36"/>
                </a:solidFill>
              </a:defRPr>
            </a:lvl9pPr>
          </a:lstStyle>
          <a:p>
            <a:pPr>
              <a:defRPr sz="1650" b="1">
                <a:solidFill>
                  <a:srgbClr val="A64A36"/>
                </a:solidFill>
              </a:defRPr>
            </a:pPr>
            <a:r>
              <a:rPr sz="1650" b="1">
                <a:solidFill>
                  <a:srgbClr val="A64A36"/>
                </a:solidFill>
              </a:rPr>
              <a:t>→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A425B8EF-5AD0-407A-AEFA-4630F1BAC10C}"/>
              </a:ext>
            </a:extLst>
          </p:cNvPr>
          <p:cNvSpPr>
            <a:spLocks noGrp="1"/>
          </p:cNvSpPr>
          <p:nvPr/>
        </p:nvSpPr>
        <p:spPr>
          <a:xfrm>
            <a:off x="4343400" y="5667375"/>
            <a:ext cx="1809750" cy="1114425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9525">
            <a:solidFill>
              <a:srgbClr val="AABEB8"/>
            </a:solidFill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9BD35B84-64C4-476F-8AD0-ABF10C737C1F}"/>
              </a:ext>
            </a:extLst>
          </p:cNvPr>
          <p:cNvSpPr>
            <a:spLocks noGrp="1"/>
          </p:cNvSpPr>
          <p:nvPr/>
        </p:nvSpPr>
        <p:spPr>
          <a:xfrm>
            <a:off x="4467225" y="5781675"/>
            <a:ext cx="1571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13796F"/>
                </a:solidFill>
              </a:defRPr>
            </a:defPPr>
            <a:lvl1pPr>
              <a:defRPr sz="1125" b="1">
                <a:solidFill>
                  <a:srgbClr val="13796F"/>
                </a:solidFill>
              </a:defRPr>
            </a:lvl1pPr>
            <a:lvl2pPr>
              <a:defRPr sz="1125" b="1">
                <a:solidFill>
                  <a:srgbClr val="13796F"/>
                </a:solidFill>
              </a:defRPr>
            </a:lvl2pPr>
            <a:lvl3pPr>
              <a:defRPr sz="1125" b="1">
                <a:solidFill>
                  <a:srgbClr val="13796F"/>
                </a:solidFill>
              </a:defRPr>
            </a:lvl3pPr>
            <a:lvl4pPr>
              <a:defRPr sz="1125" b="1">
                <a:solidFill>
                  <a:srgbClr val="13796F"/>
                </a:solidFill>
              </a:defRPr>
            </a:lvl4pPr>
            <a:lvl5pPr>
              <a:defRPr sz="1125" b="1">
                <a:solidFill>
                  <a:srgbClr val="13796F"/>
                </a:solidFill>
              </a:defRPr>
            </a:lvl5pPr>
            <a:lvl6pPr>
              <a:defRPr sz="1125" b="1">
                <a:solidFill>
                  <a:srgbClr val="13796F"/>
                </a:solidFill>
              </a:defRPr>
            </a:lvl6pPr>
            <a:lvl7pPr>
              <a:defRPr sz="1125" b="1">
                <a:solidFill>
                  <a:srgbClr val="13796F"/>
                </a:solidFill>
              </a:defRPr>
            </a:lvl7pPr>
            <a:lvl8pPr>
              <a:defRPr sz="1125" b="1">
                <a:solidFill>
                  <a:srgbClr val="13796F"/>
                </a:solidFill>
              </a:defRPr>
            </a:lvl8pPr>
            <a:lvl9pPr>
              <a:defRPr sz="1125" b="1">
                <a:solidFill>
                  <a:srgbClr val="13796F"/>
                </a:solidFill>
              </a:defRPr>
            </a:lvl9pPr>
          </a:lstStyle>
          <a:p>
            <a:pPr>
              <a:defRPr sz="1125" b="1">
                <a:solidFill>
                  <a:srgbClr val="13796F"/>
                </a:solidFill>
              </a:defRPr>
            </a:pPr>
            <a:r>
              <a:rPr sz="1125" b="1">
                <a:solidFill>
                  <a:srgbClr val="13796F"/>
                </a:solidFill>
              </a:rPr>
              <a:t>3 · LOGIC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EB16ED0-720A-47D5-94BA-40B207191B5A}"/>
              </a:ext>
            </a:extLst>
          </p:cNvPr>
          <p:cNvSpPr>
            <a:spLocks noGrp="1"/>
          </p:cNvSpPr>
          <p:nvPr/>
        </p:nvSpPr>
        <p:spPr>
          <a:xfrm>
            <a:off x="4467225" y="6067425"/>
            <a:ext cx="1571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153A35"/>
                </a:solidFill>
              </a:defRPr>
            </a:defPPr>
            <a:lvl1pPr>
              <a:defRPr sz="825" b="0">
                <a:solidFill>
                  <a:srgbClr val="153A35"/>
                </a:solidFill>
              </a:defRPr>
            </a:lvl1pPr>
            <a:lvl2pPr>
              <a:defRPr sz="825" b="0">
                <a:solidFill>
                  <a:srgbClr val="153A35"/>
                </a:solidFill>
              </a:defRPr>
            </a:lvl2pPr>
            <a:lvl3pPr>
              <a:defRPr sz="825" b="0">
                <a:solidFill>
                  <a:srgbClr val="153A35"/>
                </a:solidFill>
              </a:defRPr>
            </a:lvl3pPr>
            <a:lvl4pPr>
              <a:defRPr sz="825" b="0">
                <a:solidFill>
                  <a:srgbClr val="153A35"/>
                </a:solidFill>
              </a:defRPr>
            </a:lvl4pPr>
            <a:lvl5pPr>
              <a:defRPr sz="825" b="0">
                <a:solidFill>
                  <a:srgbClr val="153A35"/>
                </a:solidFill>
              </a:defRPr>
            </a:lvl5pPr>
            <a:lvl6pPr>
              <a:defRPr sz="825" b="0">
                <a:solidFill>
                  <a:srgbClr val="153A35"/>
                </a:solidFill>
              </a:defRPr>
            </a:lvl6pPr>
            <a:lvl7pPr>
              <a:defRPr sz="825" b="0">
                <a:solidFill>
                  <a:srgbClr val="153A35"/>
                </a:solidFill>
              </a:defRPr>
            </a:lvl7pPr>
            <a:lvl8pPr>
              <a:defRPr sz="825" b="0">
                <a:solidFill>
                  <a:srgbClr val="153A35"/>
                </a:solidFill>
              </a:defRPr>
            </a:lvl8pPr>
            <a:lvl9pPr>
              <a:defRPr sz="825" b="0">
                <a:solidFill>
                  <a:srgbClr val="153A35"/>
                </a:solidFill>
              </a:defRPr>
            </a:lvl9pPr>
          </a:lstStyle>
          <a:p>
            <a:pPr>
              <a:defRPr sz="825" b="0">
                <a:solidFill>
                  <a:srgbClr val="153A35"/>
                </a:solidFill>
              </a:defRPr>
            </a:pPr>
            <a:r>
              <a:rPr sz="825" b="0">
                <a:solidFill>
                  <a:srgbClr val="153A35"/>
                </a:solidFill>
              </a:rPr>
              <a:t>app.js</a:t>
            </a:r>
          </a:p>
          <a:p>
            <a:pPr>
              <a:defRPr sz="825" b="0">
                <a:solidFill>
                  <a:srgbClr val="153A35"/>
                </a:solidFill>
              </a:defRPr>
            </a:pPr>
            <a:r>
              <a:rPr sz="825" b="0">
                <a:solidFill>
                  <a:srgbClr val="153A35"/>
                </a:solidFill>
              </a:rPr>
              <a:t>filter, linking, clusters</a:t>
            </a:r>
          </a:p>
          <a:p>
            <a:pPr>
              <a:defRPr sz="825" b="0">
                <a:solidFill>
                  <a:srgbClr val="153A35"/>
                </a:solidFill>
              </a:defRPr>
            </a:pPr>
            <a:r>
              <a:rPr sz="825" b="0">
                <a:solidFill>
                  <a:srgbClr val="153A35"/>
                </a:solidFill>
              </a:rPr>
              <a:t>route heuristics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DD6295A7-BA2C-4D7D-9D8A-63AB08A0BF40}"/>
              </a:ext>
            </a:extLst>
          </p:cNvPr>
          <p:cNvSpPr>
            <a:spLocks noGrp="1"/>
          </p:cNvSpPr>
          <p:nvPr/>
        </p:nvSpPr>
        <p:spPr>
          <a:xfrm>
            <a:off x="6191250" y="6048375"/>
            <a:ext cx="228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A64A36"/>
                </a:solidFill>
              </a:defRPr>
            </a:defPPr>
            <a:lvl1pPr>
              <a:defRPr sz="1650" b="1">
                <a:solidFill>
                  <a:srgbClr val="A64A36"/>
                </a:solidFill>
              </a:defRPr>
            </a:lvl1pPr>
            <a:lvl2pPr>
              <a:defRPr sz="1650" b="1">
                <a:solidFill>
                  <a:srgbClr val="A64A36"/>
                </a:solidFill>
              </a:defRPr>
            </a:lvl2pPr>
            <a:lvl3pPr>
              <a:defRPr sz="1650" b="1">
                <a:solidFill>
                  <a:srgbClr val="A64A36"/>
                </a:solidFill>
              </a:defRPr>
            </a:lvl3pPr>
            <a:lvl4pPr>
              <a:defRPr sz="1650" b="1">
                <a:solidFill>
                  <a:srgbClr val="A64A36"/>
                </a:solidFill>
              </a:defRPr>
            </a:lvl4pPr>
            <a:lvl5pPr>
              <a:defRPr sz="1650" b="1">
                <a:solidFill>
                  <a:srgbClr val="A64A36"/>
                </a:solidFill>
              </a:defRPr>
            </a:lvl5pPr>
            <a:lvl6pPr>
              <a:defRPr sz="1650" b="1">
                <a:solidFill>
                  <a:srgbClr val="A64A36"/>
                </a:solidFill>
              </a:defRPr>
            </a:lvl6pPr>
            <a:lvl7pPr>
              <a:defRPr sz="1650" b="1">
                <a:solidFill>
                  <a:srgbClr val="A64A36"/>
                </a:solidFill>
              </a:defRPr>
            </a:lvl7pPr>
            <a:lvl8pPr>
              <a:defRPr sz="1650" b="1">
                <a:solidFill>
                  <a:srgbClr val="A64A36"/>
                </a:solidFill>
              </a:defRPr>
            </a:lvl8pPr>
            <a:lvl9pPr>
              <a:defRPr sz="1650" b="1">
                <a:solidFill>
                  <a:srgbClr val="A64A36"/>
                </a:solidFill>
              </a:defRPr>
            </a:lvl9pPr>
          </a:lstStyle>
          <a:p>
            <a:pPr>
              <a:defRPr sz="1650" b="1">
                <a:solidFill>
                  <a:srgbClr val="A64A36"/>
                </a:solidFill>
              </a:defRPr>
            </a:pPr>
            <a:r>
              <a:rPr sz="1650" b="1">
                <a:solidFill>
                  <a:srgbClr val="A64A36"/>
                </a:solidFill>
              </a:rPr>
              <a:t>→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ABA74CF8-CD10-42B1-9587-23DBC72540A2}"/>
              </a:ext>
            </a:extLst>
          </p:cNvPr>
          <p:cNvSpPr>
            <a:spLocks noGrp="1"/>
          </p:cNvSpPr>
          <p:nvPr/>
        </p:nvSpPr>
        <p:spPr>
          <a:xfrm>
            <a:off x="6296025" y="5667375"/>
            <a:ext cx="1809750" cy="1114425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9525">
            <a:solidFill>
              <a:srgbClr val="AABEB8"/>
            </a:solidFill>
            <a:prstDash val="solid"/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C9A70824-64E1-4485-9257-BD7281D3BAB6}"/>
              </a:ext>
            </a:extLst>
          </p:cNvPr>
          <p:cNvSpPr>
            <a:spLocks noGrp="1"/>
          </p:cNvSpPr>
          <p:nvPr/>
        </p:nvSpPr>
        <p:spPr>
          <a:xfrm>
            <a:off x="6419850" y="5781675"/>
            <a:ext cx="1571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13796F"/>
                </a:solidFill>
              </a:defRPr>
            </a:defPPr>
            <a:lvl1pPr>
              <a:defRPr sz="1125" b="1">
                <a:solidFill>
                  <a:srgbClr val="13796F"/>
                </a:solidFill>
              </a:defRPr>
            </a:lvl1pPr>
            <a:lvl2pPr>
              <a:defRPr sz="1125" b="1">
                <a:solidFill>
                  <a:srgbClr val="13796F"/>
                </a:solidFill>
              </a:defRPr>
            </a:lvl2pPr>
            <a:lvl3pPr>
              <a:defRPr sz="1125" b="1">
                <a:solidFill>
                  <a:srgbClr val="13796F"/>
                </a:solidFill>
              </a:defRPr>
            </a:lvl3pPr>
            <a:lvl4pPr>
              <a:defRPr sz="1125" b="1">
                <a:solidFill>
                  <a:srgbClr val="13796F"/>
                </a:solidFill>
              </a:defRPr>
            </a:lvl4pPr>
            <a:lvl5pPr>
              <a:defRPr sz="1125" b="1">
                <a:solidFill>
                  <a:srgbClr val="13796F"/>
                </a:solidFill>
              </a:defRPr>
            </a:lvl5pPr>
            <a:lvl6pPr>
              <a:defRPr sz="1125" b="1">
                <a:solidFill>
                  <a:srgbClr val="13796F"/>
                </a:solidFill>
              </a:defRPr>
            </a:lvl6pPr>
            <a:lvl7pPr>
              <a:defRPr sz="1125" b="1">
                <a:solidFill>
                  <a:srgbClr val="13796F"/>
                </a:solidFill>
              </a:defRPr>
            </a:lvl7pPr>
            <a:lvl8pPr>
              <a:defRPr sz="1125" b="1">
                <a:solidFill>
                  <a:srgbClr val="13796F"/>
                </a:solidFill>
              </a:defRPr>
            </a:lvl8pPr>
            <a:lvl9pPr>
              <a:defRPr sz="1125" b="1">
                <a:solidFill>
                  <a:srgbClr val="13796F"/>
                </a:solidFill>
              </a:defRPr>
            </a:lvl9pPr>
          </a:lstStyle>
          <a:p>
            <a:pPr>
              <a:defRPr sz="1125" b="1">
                <a:solidFill>
                  <a:srgbClr val="13796F"/>
                </a:solidFill>
              </a:defRPr>
            </a:pPr>
            <a:r>
              <a:rPr sz="1125" b="1">
                <a:solidFill>
                  <a:srgbClr val="13796F"/>
                </a:solidFill>
              </a:rPr>
              <a:t>4 · VIEW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4822A60F-F6D1-43AB-BDCE-9C9160212A55}"/>
              </a:ext>
            </a:extLst>
          </p:cNvPr>
          <p:cNvSpPr>
            <a:spLocks noGrp="1"/>
          </p:cNvSpPr>
          <p:nvPr/>
        </p:nvSpPr>
        <p:spPr>
          <a:xfrm>
            <a:off x="6419850" y="6067425"/>
            <a:ext cx="1571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153A35"/>
                </a:solidFill>
              </a:defRPr>
            </a:defPPr>
            <a:lvl1pPr>
              <a:defRPr sz="825" b="0">
                <a:solidFill>
                  <a:srgbClr val="153A35"/>
                </a:solidFill>
              </a:defRPr>
            </a:lvl1pPr>
            <a:lvl2pPr>
              <a:defRPr sz="825" b="0">
                <a:solidFill>
                  <a:srgbClr val="153A35"/>
                </a:solidFill>
              </a:defRPr>
            </a:lvl2pPr>
            <a:lvl3pPr>
              <a:defRPr sz="825" b="0">
                <a:solidFill>
                  <a:srgbClr val="153A35"/>
                </a:solidFill>
              </a:defRPr>
            </a:lvl3pPr>
            <a:lvl4pPr>
              <a:defRPr sz="825" b="0">
                <a:solidFill>
                  <a:srgbClr val="153A35"/>
                </a:solidFill>
              </a:defRPr>
            </a:lvl4pPr>
            <a:lvl5pPr>
              <a:defRPr sz="825" b="0">
                <a:solidFill>
                  <a:srgbClr val="153A35"/>
                </a:solidFill>
              </a:defRPr>
            </a:lvl5pPr>
            <a:lvl6pPr>
              <a:defRPr sz="825" b="0">
                <a:solidFill>
                  <a:srgbClr val="153A35"/>
                </a:solidFill>
              </a:defRPr>
            </a:lvl6pPr>
            <a:lvl7pPr>
              <a:defRPr sz="825" b="0">
                <a:solidFill>
                  <a:srgbClr val="153A35"/>
                </a:solidFill>
              </a:defRPr>
            </a:lvl7pPr>
            <a:lvl8pPr>
              <a:defRPr sz="825" b="0">
                <a:solidFill>
                  <a:srgbClr val="153A35"/>
                </a:solidFill>
              </a:defRPr>
            </a:lvl8pPr>
            <a:lvl9pPr>
              <a:defRPr sz="825" b="0">
                <a:solidFill>
                  <a:srgbClr val="153A35"/>
                </a:solidFill>
              </a:defRPr>
            </a:lvl9pPr>
          </a:lstStyle>
          <a:p>
            <a:pPr>
              <a:defRPr sz="825" b="0">
                <a:solidFill>
                  <a:srgbClr val="153A35"/>
                </a:solidFill>
              </a:defRPr>
            </a:pPr>
            <a:r>
              <a:rPr sz="825" b="0">
                <a:solidFill>
                  <a:srgbClr val="153A35"/>
                </a:solidFill>
              </a:rPr>
              <a:t>index.html · map.html</a:t>
            </a:r>
          </a:p>
          <a:p>
            <a:pPr>
              <a:defRPr sz="825" b="0">
                <a:solidFill>
                  <a:srgbClr val="153A35"/>
                </a:solidFill>
              </a:defRPr>
            </a:pPr>
            <a:r>
              <a:rPr sz="825" b="0">
                <a:solidFill>
                  <a:srgbClr val="153A35"/>
                </a:solidFill>
              </a:rPr>
              <a:t>Map / Patterns / details</a:t>
            </a:r>
          </a:p>
          <a:p>
            <a:pPr>
              <a:defRPr sz="825" b="0">
                <a:solidFill>
                  <a:srgbClr val="153A35"/>
                </a:solidFill>
              </a:defRPr>
            </a:pPr>
            <a:r>
              <a:rPr sz="825" b="0">
                <a:solidFill>
                  <a:srgbClr val="153A35"/>
                </a:solidFill>
              </a:rPr>
              <a:t>saved route controls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2BEB7E2C-D3B0-4403-884B-E8ED7739D9ED}"/>
              </a:ext>
            </a:extLst>
          </p:cNvPr>
          <p:cNvSpPr>
            <a:spLocks noGrp="1"/>
          </p:cNvSpPr>
          <p:nvPr/>
        </p:nvSpPr>
        <p:spPr>
          <a:xfrm>
            <a:off x="8143875" y="6048375"/>
            <a:ext cx="228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A64A36"/>
                </a:solidFill>
              </a:defRPr>
            </a:defPPr>
            <a:lvl1pPr>
              <a:defRPr sz="1650" b="1">
                <a:solidFill>
                  <a:srgbClr val="A64A36"/>
                </a:solidFill>
              </a:defRPr>
            </a:lvl1pPr>
            <a:lvl2pPr>
              <a:defRPr sz="1650" b="1">
                <a:solidFill>
                  <a:srgbClr val="A64A36"/>
                </a:solidFill>
              </a:defRPr>
            </a:lvl2pPr>
            <a:lvl3pPr>
              <a:defRPr sz="1650" b="1">
                <a:solidFill>
                  <a:srgbClr val="A64A36"/>
                </a:solidFill>
              </a:defRPr>
            </a:lvl3pPr>
            <a:lvl4pPr>
              <a:defRPr sz="1650" b="1">
                <a:solidFill>
                  <a:srgbClr val="A64A36"/>
                </a:solidFill>
              </a:defRPr>
            </a:lvl4pPr>
            <a:lvl5pPr>
              <a:defRPr sz="1650" b="1">
                <a:solidFill>
                  <a:srgbClr val="A64A36"/>
                </a:solidFill>
              </a:defRPr>
            </a:lvl5pPr>
            <a:lvl6pPr>
              <a:defRPr sz="1650" b="1">
                <a:solidFill>
                  <a:srgbClr val="A64A36"/>
                </a:solidFill>
              </a:defRPr>
            </a:lvl6pPr>
            <a:lvl7pPr>
              <a:defRPr sz="1650" b="1">
                <a:solidFill>
                  <a:srgbClr val="A64A36"/>
                </a:solidFill>
              </a:defRPr>
            </a:lvl7pPr>
            <a:lvl8pPr>
              <a:defRPr sz="1650" b="1">
                <a:solidFill>
                  <a:srgbClr val="A64A36"/>
                </a:solidFill>
              </a:defRPr>
            </a:lvl8pPr>
            <a:lvl9pPr>
              <a:defRPr sz="1650" b="1">
                <a:solidFill>
                  <a:srgbClr val="A64A36"/>
                </a:solidFill>
              </a:defRPr>
            </a:lvl9pPr>
          </a:lstStyle>
          <a:p>
            <a:pPr>
              <a:defRPr sz="1650" b="1">
                <a:solidFill>
                  <a:srgbClr val="A64A36"/>
                </a:solidFill>
              </a:defRPr>
            </a:pPr>
            <a:r>
              <a:rPr sz="1650" b="1">
                <a:solidFill>
                  <a:srgbClr val="A64A36"/>
                </a:solidFill>
              </a:rPr>
              <a:t>→</a:t>
            </a:r>
          </a:p>
        </p:txBody>
      </p:sp>
      <p:sp>
        <p:nvSpPr>
          <p:cNvPr id="77" name="圆角矩形 76">
            <a:extLst>
              <a:ext uri="{FF2B5EF4-FFF2-40B4-BE49-F238E27FC236}">
                <a16:creationId xmlns:a16="http://schemas.microsoft.com/office/drawing/2014/main" id="{DD0CDA82-9FF3-46B0-9CF2-7D2ECFC8BEC2}"/>
              </a:ext>
            </a:extLst>
          </p:cNvPr>
          <p:cNvSpPr>
            <a:spLocks noGrp="1"/>
          </p:cNvSpPr>
          <p:nvPr/>
        </p:nvSpPr>
        <p:spPr>
          <a:xfrm>
            <a:off x="8248650" y="5667375"/>
            <a:ext cx="1809750" cy="1114425"/>
          </a:xfrm>
          <a:prstGeom prst="roundRect">
            <a:avLst>
              <a:gd name="adj" fmla="val 6838"/>
            </a:avLst>
          </a:prstGeom>
          <a:solidFill>
            <a:srgbClr val="E5F0EB"/>
          </a:solidFill>
          <a:ln w="9525">
            <a:solidFill>
              <a:srgbClr val="AABEB8"/>
            </a:solidFill>
            <a:prstDash val="solid"/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D3376677-057D-4B57-843C-87E21EC7BC8F}"/>
              </a:ext>
            </a:extLst>
          </p:cNvPr>
          <p:cNvSpPr>
            <a:spLocks noGrp="1"/>
          </p:cNvSpPr>
          <p:nvPr/>
        </p:nvSpPr>
        <p:spPr>
          <a:xfrm>
            <a:off x="8372475" y="5781675"/>
            <a:ext cx="1571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13796F"/>
                </a:solidFill>
              </a:defRPr>
            </a:defPPr>
            <a:lvl1pPr>
              <a:defRPr sz="1125" b="1">
                <a:solidFill>
                  <a:srgbClr val="13796F"/>
                </a:solidFill>
              </a:defRPr>
            </a:lvl1pPr>
            <a:lvl2pPr>
              <a:defRPr sz="1125" b="1">
                <a:solidFill>
                  <a:srgbClr val="13796F"/>
                </a:solidFill>
              </a:defRPr>
            </a:lvl2pPr>
            <a:lvl3pPr>
              <a:defRPr sz="1125" b="1">
                <a:solidFill>
                  <a:srgbClr val="13796F"/>
                </a:solidFill>
              </a:defRPr>
            </a:lvl3pPr>
            <a:lvl4pPr>
              <a:defRPr sz="1125" b="1">
                <a:solidFill>
                  <a:srgbClr val="13796F"/>
                </a:solidFill>
              </a:defRPr>
            </a:lvl4pPr>
            <a:lvl5pPr>
              <a:defRPr sz="1125" b="1">
                <a:solidFill>
                  <a:srgbClr val="13796F"/>
                </a:solidFill>
              </a:defRPr>
            </a:lvl5pPr>
            <a:lvl6pPr>
              <a:defRPr sz="1125" b="1">
                <a:solidFill>
                  <a:srgbClr val="13796F"/>
                </a:solidFill>
              </a:defRPr>
            </a:lvl6pPr>
            <a:lvl7pPr>
              <a:defRPr sz="1125" b="1">
                <a:solidFill>
                  <a:srgbClr val="13796F"/>
                </a:solidFill>
              </a:defRPr>
            </a:lvl7pPr>
            <a:lvl8pPr>
              <a:defRPr sz="1125" b="1">
                <a:solidFill>
                  <a:srgbClr val="13796F"/>
                </a:solidFill>
              </a:defRPr>
            </a:lvl8pPr>
            <a:lvl9pPr>
              <a:defRPr sz="1125" b="1">
                <a:solidFill>
                  <a:srgbClr val="13796F"/>
                </a:solidFill>
              </a:defRPr>
            </a:lvl9pPr>
          </a:lstStyle>
          <a:p>
            <a:pPr>
              <a:defRPr sz="1125" b="1">
                <a:solidFill>
                  <a:srgbClr val="13796F"/>
                </a:solidFill>
              </a:defRPr>
            </a:pPr>
            <a:r>
              <a:rPr sz="1125" b="1">
                <a:solidFill>
                  <a:srgbClr val="13796F"/>
                </a:solidFill>
              </a:rPr>
              <a:t>5 · RELEASE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6E79A3E-0B4B-47B7-9250-87C53ECB01B2}"/>
              </a:ext>
            </a:extLst>
          </p:cNvPr>
          <p:cNvSpPr>
            <a:spLocks noGrp="1"/>
          </p:cNvSpPr>
          <p:nvPr/>
        </p:nvSpPr>
        <p:spPr>
          <a:xfrm>
            <a:off x="8372475" y="6067425"/>
            <a:ext cx="1571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153A35"/>
                </a:solidFill>
              </a:defRPr>
            </a:defPPr>
            <a:lvl1pPr>
              <a:defRPr sz="825" b="0">
                <a:solidFill>
                  <a:srgbClr val="153A35"/>
                </a:solidFill>
              </a:defRPr>
            </a:lvl1pPr>
            <a:lvl2pPr>
              <a:defRPr sz="825" b="0">
                <a:solidFill>
                  <a:srgbClr val="153A35"/>
                </a:solidFill>
              </a:defRPr>
            </a:lvl2pPr>
            <a:lvl3pPr>
              <a:defRPr sz="825" b="0">
                <a:solidFill>
                  <a:srgbClr val="153A35"/>
                </a:solidFill>
              </a:defRPr>
            </a:lvl3pPr>
            <a:lvl4pPr>
              <a:defRPr sz="825" b="0">
                <a:solidFill>
                  <a:srgbClr val="153A35"/>
                </a:solidFill>
              </a:defRPr>
            </a:lvl4pPr>
            <a:lvl5pPr>
              <a:defRPr sz="825" b="0">
                <a:solidFill>
                  <a:srgbClr val="153A35"/>
                </a:solidFill>
              </a:defRPr>
            </a:lvl5pPr>
            <a:lvl6pPr>
              <a:defRPr sz="825" b="0">
                <a:solidFill>
                  <a:srgbClr val="153A35"/>
                </a:solidFill>
              </a:defRPr>
            </a:lvl6pPr>
            <a:lvl7pPr>
              <a:defRPr sz="825" b="0">
                <a:solidFill>
                  <a:srgbClr val="153A35"/>
                </a:solidFill>
              </a:defRPr>
            </a:lvl7pPr>
            <a:lvl8pPr>
              <a:defRPr sz="825" b="0">
                <a:solidFill>
                  <a:srgbClr val="153A35"/>
                </a:solidFill>
              </a:defRPr>
            </a:lvl8pPr>
            <a:lvl9pPr>
              <a:defRPr sz="825" b="0">
                <a:solidFill>
                  <a:srgbClr val="153A35"/>
                </a:solidFill>
              </a:defRPr>
            </a:lvl9pPr>
          </a:lstStyle>
          <a:p>
            <a:pPr>
              <a:defRPr sz="825" b="0">
                <a:solidFill>
                  <a:srgbClr val="153A35"/>
                </a:solidFill>
              </a:defRPr>
            </a:pPr>
            <a:r>
              <a:rPr sz="825" b="0">
                <a:solidFill>
                  <a:srgbClr val="153A35"/>
                </a:solidFill>
              </a:rPr>
              <a:t>Vercel static app</a:t>
            </a:r>
          </a:p>
          <a:p>
            <a:pPr>
              <a:defRPr sz="825" b="0">
                <a:solidFill>
                  <a:srgbClr val="153A35"/>
                </a:solidFill>
              </a:defRPr>
            </a:pPr>
            <a:r>
              <a:rPr sz="825" b="0">
                <a:solidFill>
                  <a:srgbClr val="153A35"/>
                </a:solidFill>
              </a:rPr>
              <a:t>Leaflet + cached fallback</a:t>
            </a:r>
          </a:p>
          <a:p>
            <a:pPr>
              <a:defRPr sz="825" b="0">
                <a:solidFill>
                  <a:srgbClr val="153A35"/>
                </a:solidFill>
              </a:defRPr>
            </a:pPr>
            <a:r>
              <a:rPr sz="825" b="0">
                <a:solidFill>
                  <a:srgbClr val="153A35"/>
                </a:solidFill>
              </a:rPr>
              <a:t>smoke check / degraded state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B825F26E-1C89-4F4F-9606-C0861E5BF936}"/>
              </a:ext>
            </a:extLst>
          </p:cNvPr>
          <p:cNvSpPr>
            <a:spLocks noGrp="1"/>
          </p:cNvSpPr>
          <p:nvPr/>
        </p:nvSpPr>
        <p:spPr>
          <a:xfrm>
            <a:off x="438150" y="6934200"/>
            <a:ext cx="97536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153A35"/>
                </a:solidFill>
              </a:defRPr>
            </a:defPPr>
            <a:lvl1pPr>
              <a:defRPr sz="900" b="0">
                <a:solidFill>
                  <a:srgbClr val="153A35"/>
                </a:solidFill>
              </a:defRPr>
            </a:lvl1pPr>
            <a:lvl2pPr>
              <a:defRPr sz="900" b="0">
                <a:solidFill>
                  <a:srgbClr val="153A35"/>
                </a:solidFill>
              </a:defRPr>
            </a:lvl2pPr>
            <a:lvl3pPr>
              <a:defRPr sz="900" b="0">
                <a:solidFill>
                  <a:srgbClr val="153A35"/>
                </a:solidFill>
              </a:defRPr>
            </a:lvl3pPr>
            <a:lvl4pPr>
              <a:defRPr sz="900" b="0">
                <a:solidFill>
                  <a:srgbClr val="153A35"/>
                </a:solidFill>
              </a:defRPr>
            </a:lvl4pPr>
            <a:lvl5pPr>
              <a:defRPr sz="900" b="0">
                <a:solidFill>
                  <a:srgbClr val="153A35"/>
                </a:solidFill>
              </a:defRPr>
            </a:lvl5pPr>
            <a:lvl6pPr>
              <a:defRPr sz="900" b="0">
                <a:solidFill>
                  <a:srgbClr val="153A35"/>
                </a:solidFill>
              </a:defRPr>
            </a:lvl6pPr>
            <a:lvl7pPr>
              <a:defRPr sz="900" b="0">
                <a:solidFill>
                  <a:srgbClr val="153A35"/>
                </a:solidFill>
              </a:defRPr>
            </a:lvl7pPr>
            <a:lvl8pPr>
              <a:defRPr sz="900" b="0">
                <a:solidFill>
                  <a:srgbClr val="153A35"/>
                </a:solidFill>
              </a:defRPr>
            </a:lvl8pPr>
            <a:lvl9pPr>
              <a:defRPr sz="900" b="0">
                <a:solidFill>
                  <a:srgbClr val="153A35"/>
                </a:solidFill>
              </a:defRPr>
            </a:lvl9pPr>
          </a:lstStyle>
          <a:p>
            <a:pPr>
              <a:defRPr sz="900" b="0">
                <a:solidFill>
                  <a:srgbClr val="153A35"/>
                </a:solidFill>
              </a:defRPr>
            </a:pPr>
            <a:r>
              <a:rPr sz="900" b="0">
                <a:solidFill>
                  <a:srgbClr val="153A35"/>
                </a:solidFill>
              </a:rPr>
              <a:t>Flow and failure path: authored fields, sources, coordinates, relationships, and images → static browser state → linked filtered views and route alternatives. If detailed online map layers fail, locally cached bilingual map resources remain available. Current checks still needed: rights, coordinates, mobile, keyboard, screen-reader, and hosted parity.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94C69A5-971D-4F30-92A4-2C9794639187}"/>
              </a:ext>
            </a:extLst>
          </p:cNvPr>
          <p:cNvSpPr>
            <a:spLocks noGrp="1"/>
          </p:cNvSpPr>
          <p:nvPr/>
        </p:nvSpPr>
        <p:spPr>
          <a:xfrm>
            <a:off x="10420350" y="52006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A64A36"/>
                </a:solidFill>
              </a:defRPr>
            </a:defPPr>
            <a:lvl1pPr>
              <a:defRPr sz="825" b="1">
                <a:solidFill>
                  <a:srgbClr val="A64A36"/>
                </a:solidFill>
              </a:defRPr>
            </a:lvl1pPr>
            <a:lvl2pPr>
              <a:defRPr sz="825" b="1">
                <a:solidFill>
                  <a:srgbClr val="A64A36"/>
                </a:solidFill>
              </a:defRPr>
            </a:lvl2pPr>
            <a:lvl3pPr>
              <a:defRPr sz="825" b="1">
                <a:solidFill>
                  <a:srgbClr val="A64A36"/>
                </a:solidFill>
              </a:defRPr>
            </a:lvl3pPr>
            <a:lvl4pPr>
              <a:defRPr sz="825" b="1">
                <a:solidFill>
                  <a:srgbClr val="A64A36"/>
                </a:solidFill>
              </a:defRPr>
            </a:lvl4pPr>
            <a:lvl5pPr>
              <a:defRPr sz="825" b="1">
                <a:solidFill>
                  <a:srgbClr val="A64A36"/>
                </a:solidFill>
              </a:defRPr>
            </a:lvl5pPr>
            <a:lvl6pPr>
              <a:defRPr sz="825" b="1">
                <a:solidFill>
                  <a:srgbClr val="A64A36"/>
                </a:solidFill>
              </a:defRPr>
            </a:lvl6pPr>
            <a:lvl7pPr>
              <a:defRPr sz="825" b="1">
                <a:solidFill>
                  <a:srgbClr val="A64A36"/>
                </a:solidFill>
              </a:defRPr>
            </a:lvl7pPr>
            <a:lvl8pPr>
              <a:defRPr sz="825" b="1">
                <a:solidFill>
                  <a:srgbClr val="A64A36"/>
                </a:solidFill>
              </a:defRPr>
            </a:lvl8pPr>
            <a:lvl9pPr>
              <a:defRPr sz="825" b="1">
                <a:solidFill>
                  <a:srgbClr val="A64A36"/>
                </a:solidFill>
              </a:defRPr>
            </a:lvl9pPr>
          </a:lstStyle>
          <a:p>
            <a:pPr>
              <a:defRPr sz="825" b="1">
                <a:solidFill>
                  <a:srgbClr val="A64A36"/>
                </a:solidFill>
              </a:defRPr>
            </a:pPr>
            <a:r>
              <a:rPr sz="825" b="1">
                <a:solidFill>
                  <a:srgbClr val="A64A36"/>
                </a:solidFill>
              </a:rPr>
              <a:t>FIG 3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C960F118-4101-4A9B-B791-7CAA718C9297}"/>
              </a:ext>
            </a:extLst>
          </p:cNvPr>
          <p:cNvSpPr>
            <a:spLocks noGrp="1"/>
          </p:cNvSpPr>
          <p:nvPr/>
        </p:nvSpPr>
        <p:spPr>
          <a:xfrm>
            <a:off x="11029950" y="5181600"/>
            <a:ext cx="4533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153A35"/>
                </a:solidFill>
              </a:defRPr>
            </a:defPPr>
            <a:lvl1pPr>
              <a:defRPr sz="1200" b="1">
                <a:solidFill>
                  <a:srgbClr val="153A35"/>
                </a:solidFill>
              </a:defRPr>
            </a:lvl1pPr>
            <a:lvl2pPr>
              <a:defRPr sz="1200" b="1">
                <a:solidFill>
                  <a:srgbClr val="153A35"/>
                </a:solidFill>
              </a:defRPr>
            </a:lvl2pPr>
            <a:lvl3pPr>
              <a:defRPr sz="1200" b="1">
                <a:solidFill>
                  <a:srgbClr val="153A35"/>
                </a:solidFill>
              </a:defRPr>
            </a:lvl3pPr>
            <a:lvl4pPr>
              <a:defRPr sz="1200" b="1">
                <a:solidFill>
                  <a:srgbClr val="153A35"/>
                </a:solidFill>
              </a:defRPr>
            </a:lvl4pPr>
            <a:lvl5pPr>
              <a:defRPr sz="1200" b="1">
                <a:solidFill>
                  <a:srgbClr val="153A35"/>
                </a:solidFill>
              </a:defRPr>
            </a:lvl5pPr>
            <a:lvl6pPr>
              <a:defRPr sz="1200" b="1">
                <a:solidFill>
                  <a:srgbClr val="153A35"/>
                </a:solidFill>
              </a:defRPr>
            </a:lvl6pPr>
            <a:lvl7pPr>
              <a:defRPr sz="1200" b="1">
                <a:solidFill>
                  <a:srgbClr val="153A35"/>
                </a:solidFill>
              </a:defRPr>
            </a:lvl7pPr>
            <a:lvl8pPr>
              <a:defRPr sz="1200" b="1">
                <a:solidFill>
                  <a:srgbClr val="153A35"/>
                </a:solidFill>
              </a:defRPr>
            </a:lvl8pPr>
            <a:lvl9pPr>
              <a:defRPr sz="1200" b="1">
                <a:solidFill>
                  <a:srgbClr val="153A35"/>
                </a:solidFill>
              </a:defRPr>
            </a:lvl9pPr>
          </a:lstStyle>
          <a:p>
            <a:pPr>
              <a:defRPr sz="1200" b="1">
                <a:solidFill>
                  <a:srgbClr val="153A35"/>
                </a:solidFill>
              </a:defRPr>
            </a:pPr>
            <a:r>
              <a:rPr sz="1200" b="1">
                <a:solidFill>
                  <a:srgbClr val="153A35"/>
                </a:solidFill>
              </a:rPr>
              <a:t>User-experience walkthrough and evidence-based revision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332E3335-6F50-437F-B1EF-686531F6E0CB}"/>
              </a:ext>
            </a:extLst>
          </p:cNvPr>
          <p:cNvSpPr>
            <a:spLocks noGrp="1"/>
          </p:cNvSpPr>
          <p:nvPr/>
        </p:nvSpPr>
        <p:spPr>
          <a:xfrm>
            <a:off x="10420350" y="5486400"/>
            <a:ext cx="5143500" cy="19050"/>
          </a:xfrm>
          <a:prstGeom prst="rect">
            <a:avLst/>
          </a:prstGeom>
          <a:solidFill>
            <a:srgbClr val="13796F"/>
          </a:solidFill>
          <a:ln w="0">
            <a:noFill/>
            <a:prstDash val="solid"/>
          </a:ln>
        </p:spPr>
      </p:sp>
      <p:sp>
        <p:nvSpPr>
          <p:cNvPr id="84" name="圆角矩形 83">
            <a:extLst>
              <a:ext uri="{FF2B5EF4-FFF2-40B4-BE49-F238E27FC236}">
                <a16:creationId xmlns:a16="http://schemas.microsoft.com/office/drawing/2014/main" id="{7A201827-AD68-4283-A95A-E46332F4B880}"/>
              </a:ext>
            </a:extLst>
          </p:cNvPr>
          <p:cNvSpPr>
            <a:spLocks noGrp="1"/>
          </p:cNvSpPr>
          <p:nvPr/>
        </p:nvSpPr>
        <p:spPr>
          <a:xfrm>
            <a:off x="10420350" y="5676900"/>
            <a:ext cx="1171575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9525">
            <a:solidFill>
              <a:srgbClr val="AABEB8"/>
            </a:solidFill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782BAE33-0CFC-4C99-91D2-DF0C135771C7}"/>
              </a:ext>
            </a:extLst>
          </p:cNvPr>
          <p:cNvSpPr>
            <a:spLocks noGrp="1"/>
          </p:cNvSpPr>
          <p:nvPr/>
        </p:nvSpPr>
        <p:spPr>
          <a:xfrm>
            <a:off x="10506075" y="5781675"/>
            <a:ext cx="1000125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675" b="1">
                <a:solidFill>
                  <a:srgbClr val="A64A36"/>
                </a:solidFill>
              </a:defRPr>
            </a:defPPr>
            <a:lvl1pPr>
              <a:defRPr sz="675" b="1">
                <a:solidFill>
                  <a:srgbClr val="A64A36"/>
                </a:solidFill>
              </a:defRPr>
            </a:lvl1pPr>
            <a:lvl2pPr>
              <a:defRPr sz="675" b="1">
                <a:solidFill>
                  <a:srgbClr val="A64A36"/>
                </a:solidFill>
              </a:defRPr>
            </a:lvl2pPr>
            <a:lvl3pPr>
              <a:defRPr sz="675" b="1">
                <a:solidFill>
                  <a:srgbClr val="A64A36"/>
                </a:solidFill>
              </a:defRPr>
            </a:lvl3pPr>
            <a:lvl4pPr>
              <a:defRPr sz="675" b="1">
                <a:solidFill>
                  <a:srgbClr val="A64A36"/>
                </a:solidFill>
              </a:defRPr>
            </a:lvl4pPr>
            <a:lvl5pPr>
              <a:defRPr sz="675" b="1">
                <a:solidFill>
                  <a:srgbClr val="A64A36"/>
                </a:solidFill>
              </a:defRPr>
            </a:lvl5pPr>
            <a:lvl6pPr>
              <a:defRPr sz="675" b="1">
                <a:solidFill>
                  <a:srgbClr val="A64A36"/>
                </a:solidFill>
              </a:defRPr>
            </a:lvl6pPr>
            <a:lvl7pPr>
              <a:defRPr sz="675" b="1">
                <a:solidFill>
                  <a:srgbClr val="A64A36"/>
                </a:solidFill>
              </a:defRPr>
            </a:lvl7pPr>
            <a:lvl8pPr>
              <a:defRPr sz="675" b="1">
                <a:solidFill>
                  <a:srgbClr val="A64A36"/>
                </a:solidFill>
              </a:defRPr>
            </a:lvl8pPr>
            <a:lvl9pPr>
              <a:defRPr sz="675" b="1">
                <a:solidFill>
                  <a:srgbClr val="A64A36"/>
                </a:solidFill>
              </a:defRPr>
            </a:lvl9pPr>
          </a:lstStyle>
          <a:p>
            <a:pPr>
              <a:defRPr sz="675" b="1">
                <a:solidFill>
                  <a:srgbClr val="A64A36"/>
                </a:solidFill>
              </a:defRPr>
            </a:pPr>
            <a:r>
              <a:rPr sz="675" b="1">
                <a:solidFill>
                  <a:srgbClr val="A64A36"/>
                </a:solidFill>
              </a:rPr>
              <a:t>START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2184A70C-20E8-4FA0-800C-DA040133398D}"/>
              </a:ext>
            </a:extLst>
          </p:cNvPr>
          <p:cNvSpPr>
            <a:spLocks noGrp="1"/>
          </p:cNvSpPr>
          <p:nvPr/>
        </p:nvSpPr>
        <p:spPr>
          <a:xfrm>
            <a:off x="10506075" y="5972175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1">
                <a:solidFill>
                  <a:srgbClr val="153A35"/>
                </a:solidFill>
              </a:defRPr>
            </a:defPPr>
            <a:lvl1pPr>
              <a:defRPr sz="900" b="1">
                <a:solidFill>
                  <a:srgbClr val="153A35"/>
                </a:solidFill>
              </a:defRPr>
            </a:lvl1pPr>
            <a:lvl2pPr>
              <a:defRPr sz="900" b="1">
                <a:solidFill>
                  <a:srgbClr val="153A35"/>
                </a:solidFill>
              </a:defRPr>
            </a:lvl2pPr>
            <a:lvl3pPr>
              <a:defRPr sz="900" b="1">
                <a:solidFill>
                  <a:srgbClr val="153A35"/>
                </a:solidFill>
              </a:defRPr>
            </a:lvl3pPr>
            <a:lvl4pPr>
              <a:defRPr sz="900" b="1">
                <a:solidFill>
                  <a:srgbClr val="153A35"/>
                </a:solidFill>
              </a:defRPr>
            </a:lvl4pPr>
            <a:lvl5pPr>
              <a:defRPr sz="900" b="1">
                <a:solidFill>
                  <a:srgbClr val="153A35"/>
                </a:solidFill>
              </a:defRPr>
            </a:lvl5pPr>
            <a:lvl6pPr>
              <a:defRPr sz="900" b="1">
                <a:solidFill>
                  <a:srgbClr val="153A35"/>
                </a:solidFill>
              </a:defRPr>
            </a:lvl6pPr>
            <a:lvl7pPr>
              <a:defRPr sz="900" b="1">
                <a:solidFill>
                  <a:srgbClr val="153A35"/>
                </a:solidFill>
              </a:defRPr>
            </a:lvl7pPr>
            <a:lvl8pPr>
              <a:defRPr sz="900" b="1">
                <a:solidFill>
                  <a:srgbClr val="153A35"/>
                </a:solidFill>
              </a:defRPr>
            </a:lvl8pPr>
            <a:lvl9pPr>
              <a:defRPr sz="900" b="1">
                <a:solidFill>
                  <a:srgbClr val="153A35"/>
                </a:solidFill>
              </a:defRPr>
            </a:lvl9pPr>
          </a:lstStyle>
          <a:p>
            <a:pPr>
              <a:defRPr sz="900" b="1">
                <a:solidFill>
                  <a:srgbClr val="153A35"/>
                </a:solidFill>
              </a:defRPr>
            </a:pPr>
            <a:r>
              <a:rPr sz="900" b="1">
                <a:solidFill>
                  <a:srgbClr val="153A35"/>
                </a:solidFill>
              </a:rPr>
              <a:t>Tutorial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52FBAD3B-7CE6-4546-9BD4-6AFD6A1694B8}"/>
              </a:ext>
            </a:extLst>
          </p:cNvPr>
          <p:cNvSpPr>
            <a:spLocks noGrp="1"/>
          </p:cNvSpPr>
          <p:nvPr/>
        </p:nvSpPr>
        <p:spPr>
          <a:xfrm>
            <a:off x="10506075" y="6200775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 b="0">
                <a:solidFill>
                  <a:srgbClr val="405D72"/>
                </a:solidFill>
              </a:defRPr>
            </a:defPPr>
            <a:lvl1pPr>
              <a:defRPr sz="750" b="0">
                <a:solidFill>
                  <a:srgbClr val="405D72"/>
                </a:solidFill>
              </a:defRPr>
            </a:lvl1pPr>
            <a:lvl2pPr>
              <a:defRPr sz="750" b="0">
                <a:solidFill>
                  <a:srgbClr val="405D72"/>
                </a:solidFill>
              </a:defRPr>
            </a:lvl2pPr>
            <a:lvl3pPr>
              <a:defRPr sz="750" b="0">
                <a:solidFill>
                  <a:srgbClr val="405D72"/>
                </a:solidFill>
              </a:defRPr>
            </a:lvl3pPr>
            <a:lvl4pPr>
              <a:defRPr sz="750" b="0">
                <a:solidFill>
                  <a:srgbClr val="405D72"/>
                </a:solidFill>
              </a:defRPr>
            </a:lvl4pPr>
            <a:lvl5pPr>
              <a:defRPr sz="750" b="0">
                <a:solidFill>
                  <a:srgbClr val="405D72"/>
                </a:solidFill>
              </a:defRPr>
            </a:lvl5pPr>
            <a:lvl6pPr>
              <a:defRPr sz="750" b="0">
                <a:solidFill>
                  <a:srgbClr val="405D72"/>
                </a:solidFill>
              </a:defRPr>
            </a:lvl6pPr>
            <a:lvl7pPr>
              <a:defRPr sz="750" b="0">
                <a:solidFill>
                  <a:srgbClr val="405D72"/>
                </a:solidFill>
              </a:defRPr>
            </a:lvl7pPr>
            <a:lvl8pPr>
              <a:defRPr sz="750" b="0">
                <a:solidFill>
                  <a:srgbClr val="405D72"/>
                </a:solidFill>
              </a:defRPr>
            </a:lvl8pPr>
            <a:lvl9pPr>
              <a:defRPr sz="750" b="0">
                <a:solidFill>
                  <a:srgbClr val="405D72"/>
                </a:solidFill>
              </a:defRPr>
            </a:lvl9pPr>
          </a:lstStyle>
          <a:p>
            <a:pPr>
              <a:defRPr sz="750" b="0">
                <a:solidFill>
                  <a:srgbClr val="405D72"/>
                </a:solidFill>
              </a:defRPr>
            </a:pPr>
            <a:r>
              <a:rPr sz="750" b="0">
                <a:solidFill>
                  <a:srgbClr val="405D72"/>
                </a:solidFill>
              </a:rPr>
              <a:t>Learn the task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6AB4110C-C5AC-4CDC-BB40-3E7A8C299E84}"/>
              </a:ext>
            </a:extLst>
          </p:cNvPr>
          <p:cNvSpPr>
            <a:spLocks noGrp="1"/>
          </p:cNvSpPr>
          <p:nvPr/>
        </p:nvSpPr>
        <p:spPr>
          <a:xfrm>
            <a:off x="11601450" y="5991225"/>
            <a:ext cx="142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A64A36"/>
                </a:solidFill>
              </a:defRPr>
            </a:defPPr>
            <a:lvl1pPr>
              <a:defRPr sz="1125" b="1">
                <a:solidFill>
                  <a:srgbClr val="A64A36"/>
                </a:solidFill>
              </a:defRPr>
            </a:lvl1pPr>
            <a:lvl2pPr>
              <a:defRPr sz="1125" b="1">
                <a:solidFill>
                  <a:srgbClr val="A64A36"/>
                </a:solidFill>
              </a:defRPr>
            </a:lvl2pPr>
            <a:lvl3pPr>
              <a:defRPr sz="1125" b="1">
                <a:solidFill>
                  <a:srgbClr val="A64A36"/>
                </a:solidFill>
              </a:defRPr>
            </a:lvl3pPr>
            <a:lvl4pPr>
              <a:defRPr sz="1125" b="1">
                <a:solidFill>
                  <a:srgbClr val="A64A36"/>
                </a:solidFill>
              </a:defRPr>
            </a:lvl4pPr>
            <a:lvl5pPr>
              <a:defRPr sz="1125" b="1">
                <a:solidFill>
                  <a:srgbClr val="A64A36"/>
                </a:solidFill>
              </a:defRPr>
            </a:lvl5pPr>
            <a:lvl6pPr>
              <a:defRPr sz="1125" b="1">
                <a:solidFill>
                  <a:srgbClr val="A64A36"/>
                </a:solidFill>
              </a:defRPr>
            </a:lvl6pPr>
            <a:lvl7pPr>
              <a:defRPr sz="1125" b="1">
                <a:solidFill>
                  <a:srgbClr val="A64A36"/>
                </a:solidFill>
              </a:defRPr>
            </a:lvl7pPr>
            <a:lvl8pPr>
              <a:defRPr sz="1125" b="1">
                <a:solidFill>
                  <a:srgbClr val="A64A36"/>
                </a:solidFill>
              </a:defRPr>
            </a:lvl8pPr>
            <a:lvl9pPr>
              <a:defRPr sz="1125" b="1">
                <a:solidFill>
                  <a:srgbClr val="A64A36"/>
                </a:solidFill>
              </a:defRPr>
            </a:lvl9pPr>
          </a:lstStyle>
          <a:p>
            <a:pPr>
              <a:defRPr sz="1125" b="1">
                <a:solidFill>
                  <a:srgbClr val="A64A36"/>
                </a:solidFill>
              </a:defRPr>
            </a:pPr>
            <a:r>
              <a:rPr sz="1125" b="1">
                <a:solidFill>
                  <a:srgbClr val="A64A36"/>
                </a:solidFill>
              </a:rPr>
              <a:t>→</a:t>
            </a:r>
          </a:p>
        </p:txBody>
      </p:sp>
      <p:sp>
        <p:nvSpPr>
          <p:cNvPr id="89" name="圆角矩形 88">
            <a:extLst>
              <a:ext uri="{FF2B5EF4-FFF2-40B4-BE49-F238E27FC236}">
                <a16:creationId xmlns:a16="http://schemas.microsoft.com/office/drawing/2014/main" id="{869FBCAC-89D1-4EE4-B6F8-36100EE83CCE}"/>
              </a:ext>
            </a:extLst>
          </p:cNvPr>
          <p:cNvSpPr>
            <a:spLocks noGrp="1"/>
          </p:cNvSpPr>
          <p:nvPr/>
        </p:nvSpPr>
        <p:spPr>
          <a:xfrm>
            <a:off x="11696700" y="5676900"/>
            <a:ext cx="1171575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9525">
            <a:solidFill>
              <a:srgbClr val="AABEB8"/>
            </a:solidFill>
            <a:prstDash val="solid"/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55DF51F6-28CC-453B-ADE2-32DADB87F1CE}"/>
              </a:ext>
            </a:extLst>
          </p:cNvPr>
          <p:cNvSpPr>
            <a:spLocks noGrp="1"/>
          </p:cNvSpPr>
          <p:nvPr/>
        </p:nvSpPr>
        <p:spPr>
          <a:xfrm>
            <a:off x="11782425" y="5781675"/>
            <a:ext cx="1000125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675" b="1">
                <a:solidFill>
                  <a:srgbClr val="A64A36"/>
                </a:solidFill>
              </a:defRPr>
            </a:defPPr>
            <a:lvl1pPr>
              <a:defRPr sz="675" b="1">
                <a:solidFill>
                  <a:srgbClr val="A64A36"/>
                </a:solidFill>
              </a:defRPr>
            </a:lvl1pPr>
            <a:lvl2pPr>
              <a:defRPr sz="675" b="1">
                <a:solidFill>
                  <a:srgbClr val="A64A36"/>
                </a:solidFill>
              </a:defRPr>
            </a:lvl2pPr>
            <a:lvl3pPr>
              <a:defRPr sz="675" b="1">
                <a:solidFill>
                  <a:srgbClr val="A64A36"/>
                </a:solidFill>
              </a:defRPr>
            </a:lvl3pPr>
            <a:lvl4pPr>
              <a:defRPr sz="675" b="1">
                <a:solidFill>
                  <a:srgbClr val="A64A36"/>
                </a:solidFill>
              </a:defRPr>
            </a:lvl4pPr>
            <a:lvl5pPr>
              <a:defRPr sz="675" b="1">
                <a:solidFill>
                  <a:srgbClr val="A64A36"/>
                </a:solidFill>
              </a:defRPr>
            </a:lvl5pPr>
            <a:lvl6pPr>
              <a:defRPr sz="675" b="1">
                <a:solidFill>
                  <a:srgbClr val="A64A36"/>
                </a:solidFill>
              </a:defRPr>
            </a:lvl6pPr>
            <a:lvl7pPr>
              <a:defRPr sz="675" b="1">
                <a:solidFill>
                  <a:srgbClr val="A64A36"/>
                </a:solidFill>
              </a:defRPr>
            </a:lvl7pPr>
            <a:lvl8pPr>
              <a:defRPr sz="675" b="1">
                <a:solidFill>
                  <a:srgbClr val="A64A36"/>
                </a:solidFill>
              </a:defRPr>
            </a:lvl8pPr>
            <a:lvl9pPr>
              <a:defRPr sz="675" b="1">
                <a:solidFill>
                  <a:srgbClr val="A64A36"/>
                </a:solidFill>
              </a:defRPr>
            </a:lvl9pPr>
          </a:lstStyle>
          <a:p>
            <a:pPr>
              <a:defRPr sz="675" b="1">
                <a:solidFill>
                  <a:srgbClr val="A64A36"/>
                </a:solidFill>
              </a:defRPr>
            </a:pPr>
            <a:r>
              <a:rPr sz="675" b="1">
                <a:solidFill>
                  <a:srgbClr val="A64A36"/>
                </a:solidFill>
              </a:rPr>
              <a:t>ACTION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F195B6B0-DF56-47DB-AEFE-A7DC1A169F09}"/>
              </a:ext>
            </a:extLst>
          </p:cNvPr>
          <p:cNvSpPr>
            <a:spLocks noGrp="1"/>
          </p:cNvSpPr>
          <p:nvPr/>
        </p:nvSpPr>
        <p:spPr>
          <a:xfrm>
            <a:off x="11782425" y="5942358"/>
            <a:ext cx="1262654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1">
                <a:solidFill>
                  <a:srgbClr val="153A35"/>
                </a:solidFill>
              </a:defRPr>
            </a:defPPr>
            <a:lvl1pPr>
              <a:defRPr sz="900" b="1">
                <a:solidFill>
                  <a:srgbClr val="153A35"/>
                </a:solidFill>
              </a:defRPr>
            </a:lvl1pPr>
            <a:lvl2pPr>
              <a:defRPr sz="900" b="1">
                <a:solidFill>
                  <a:srgbClr val="153A35"/>
                </a:solidFill>
              </a:defRPr>
            </a:lvl2pPr>
            <a:lvl3pPr>
              <a:defRPr sz="900" b="1">
                <a:solidFill>
                  <a:srgbClr val="153A35"/>
                </a:solidFill>
              </a:defRPr>
            </a:lvl3pPr>
            <a:lvl4pPr>
              <a:defRPr sz="900" b="1">
                <a:solidFill>
                  <a:srgbClr val="153A35"/>
                </a:solidFill>
              </a:defRPr>
            </a:lvl4pPr>
            <a:lvl5pPr>
              <a:defRPr sz="900" b="1">
                <a:solidFill>
                  <a:srgbClr val="153A35"/>
                </a:solidFill>
              </a:defRPr>
            </a:lvl5pPr>
            <a:lvl6pPr>
              <a:defRPr sz="900" b="1">
                <a:solidFill>
                  <a:srgbClr val="153A35"/>
                </a:solidFill>
              </a:defRPr>
            </a:lvl6pPr>
            <a:lvl7pPr>
              <a:defRPr sz="900" b="1">
                <a:solidFill>
                  <a:srgbClr val="153A35"/>
                </a:solidFill>
              </a:defRPr>
            </a:lvl7pPr>
            <a:lvl8pPr>
              <a:defRPr sz="900" b="1">
                <a:solidFill>
                  <a:srgbClr val="153A35"/>
                </a:solidFill>
              </a:defRPr>
            </a:lvl8pPr>
            <a:lvl9pPr>
              <a:defRPr sz="900" b="1">
                <a:solidFill>
                  <a:srgbClr val="153A35"/>
                </a:solidFill>
              </a:defRPr>
            </a:lvl9pPr>
          </a:lstStyle>
          <a:p>
            <a:pPr>
              <a:defRPr sz="900" b="1">
                <a:solidFill>
                  <a:srgbClr val="153A35"/>
                </a:solidFill>
              </a:defRPr>
            </a:pPr>
            <a:r>
              <a:rPr sz="900" b="1" dirty="0">
                <a:solidFill>
                  <a:srgbClr val="153A35"/>
                </a:solidFill>
              </a:rPr>
              <a:t>Search / marker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3EB9616A-7053-4D66-B853-F5AFBCA77C3A}"/>
              </a:ext>
            </a:extLst>
          </p:cNvPr>
          <p:cNvSpPr>
            <a:spLocks noGrp="1"/>
          </p:cNvSpPr>
          <p:nvPr/>
        </p:nvSpPr>
        <p:spPr>
          <a:xfrm>
            <a:off x="11782425" y="6200775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 b="0">
                <a:solidFill>
                  <a:srgbClr val="405D72"/>
                </a:solidFill>
              </a:defRPr>
            </a:defPPr>
            <a:lvl1pPr>
              <a:defRPr sz="750" b="0">
                <a:solidFill>
                  <a:srgbClr val="405D72"/>
                </a:solidFill>
              </a:defRPr>
            </a:lvl1pPr>
            <a:lvl2pPr>
              <a:defRPr sz="750" b="0">
                <a:solidFill>
                  <a:srgbClr val="405D72"/>
                </a:solidFill>
              </a:defRPr>
            </a:lvl2pPr>
            <a:lvl3pPr>
              <a:defRPr sz="750" b="0">
                <a:solidFill>
                  <a:srgbClr val="405D72"/>
                </a:solidFill>
              </a:defRPr>
            </a:lvl3pPr>
            <a:lvl4pPr>
              <a:defRPr sz="750" b="0">
                <a:solidFill>
                  <a:srgbClr val="405D72"/>
                </a:solidFill>
              </a:defRPr>
            </a:lvl4pPr>
            <a:lvl5pPr>
              <a:defRPr sz="750" b="0">
                <a:solidFill>
                  <a:srgbClr val="405D72"/>
                </a:solidFill>
              </a:defRPr>
            </a:lvl5pPr>
            <a:lvl6pPr>
              <a:defRPr sz="750" b="0">
                <a:solidFill>
                  <a:srgbClr val="405D72"/>
                </a:solidFill>
              </a:defRPr>
            </a:lvl6pPr>
            <a:lvl7pPr>
              <a:defRPr sz="750" b="0">
                <a:solidFill>
                  <a:srgbClr val="405D72"/>
                </a:solidFill>
              </a:defRPr>
            </a:lvl7pPr>
            <a:lvl8pPr>
              <a:defRPr sz="750" b="0">
                <a:solidFill>
                  <a:srgbClr val="405D72"/>
                </a:solidFill>
              </a:defRPr>
            </a:lvl8pPr>
            <a:lvl9pPr>
              <a:defRPr sz="750" b="0">
                <a:solidFill>
                  <a:srgbClr val="405D72"/>
                </a:solidFill>
              </a:defRPr>
            </a:lvl9pPr>
          </a:lstStyle>
          <a:p>
            <a:pPr>
              <a:defRPr sz="750" b="0">
                <a:solidFill>
                  <a:srgbClr val="405D72"/>
                </a:solidFill>
              </a:defRPr>
            </a:pPr>
            <a:r>
              <a:rPr sz="750" b="0">
                <a:solidFill>
                  <a:srgbClr val="405D72"/>
                </a:solidFill>
              </a:rPr>
              <a:t>Select a record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FD8EECF1-429F-4785-9EB2-D592AC463B59}"/>
              </a:ext>
            </a:extLst>
          </p:cNvPr>
          <p:cNvSpPr>
            <a:spLocks noGrp="1"/>
          </p:cNvSpPr>
          <p:nvPr/>
        </p:nvSpPr>
        <p:spPr>
          <a:xfrm>
            <a:off x="12877800" y="5991225"/>
            <a:ext cx="142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A64A36"/>
                </a:solidFill>
              </a:defRPr>
            </a:defPPr>
            <a:lvl1pPr>
              <a:defRPr sz="1125" b="1">
                <a:solidFill>
                  <a:srgbClr val="A64A36"/>
                </a:solidFill>
              </a:defRPr>
            </a:lvl1pPr>
            <a:lvl2pPr>
              <a:defRPr sz="1125" b="1">
                <a:solidFill>
                  <a:srgbClr val="A64A36"/>
                </a:solidFill>
              </a:defRPr>
            </a:lvl2pPr>
            <a:lvl3pPr>
              <a:defRPr sz="1125" b="1">
                <a:solidFill>
                  <a:srgbClr val="A64A36"/>
                </a:solidFill>
              </a:defRPr>
            </a:lvl3pPr>
            <a:lvl4pPr>
              <a:defRPr sz="1125" b="1">
                <a:solidFill>
                  <a:srgbClr val="A64A36"/>
                </a:solidFill>
              </a:defRPr>
            </a:lvl4pPr>
            <a:lvl5pPr>
              <a:defRPr sz="1125" b="1">
                <a:solidFill>
                  <a:srgbClr val="A64A36"/>
                </a:solidFill>
              </a:defRPr>
            </a:lvl5pPr>
            <a:lvl6pPr>
              <a:defRPr sz="1125" b="1">
                <a:solidFill>
                  <a:srgbClr val="A64A36"/>
                </a:solidFill>
              </a:defRPr>
            </a:lvl6pPr>
            <a:lvl7pPr>
              <a:defRPr sz="1125" b="1">
                <a:solidFill>
                  <a:srgbClr val="A64A36"/>
                </a:solidFill>
              </a:defRPr>
            </a:lvl7pPr>
            <a:lvl8pPr>
              <a:defRPr sz="1125" b="1">
                <a:solidFill>
                  <a:srgbClr val="A64A36"/>
                </a:solidFill>
              </a:defRPr>
            </a:lvl8pPr>
            <a:lvl9pPr>
              <a:defRPr sz="1125" b="1">
                <a:solidFill>
                  <a:srgbClr val="A64A36"/>
                </a:solidFill>
              </a:defRPr>
            </a:lvl9pPr>
          </a:lstStyle>
          <a:p>
            <a:pPr>
              <a:defRPr sz="1125" b="1">
                <a:solidFill>
                  <a:srgbClr val="A64A36"/>
                </a:solidFill>
              </a:defRPr>
            </a:pPr>
            <a:r>
              <a:rPr sz="1125" b="1">
                <a:solidFill>
                  <a:srgbClr val="A64A36"/>
                </a:solidFill>
              </a:rPr>
              <a:t>→</a:t>
            </a:r>
          </a:p>
        </p:txBody>
      </p:sp>
      <p:sp>
        <p:nvSpPr>
          <p:cNvPr id="94" name="圆角矩形 93">
            <a:extLst>
              <a:ext uri="{FF2B5EF4-FFF2-40B4-BE49-F238E27FC236}">
                <a16:creationId xmlns:a16="http://schemas.microsoft.com/office/drawing/2014/main" id="{C98DA5A8-E4B7-44EC-B4A9-FACBD17FEBF6}"/>
              </a:ext>
            </a:extLst>
          </p:cNvPr>
          <p:cNvSpPr>
            <a:spLocks noGrp="1"/>
          </p:cNvSpPr>
          <p:nvPr/>
        </p:nvSpPr>
        <p:spPr>
          <a:xfrm>
            <a:off x="12973050" y="5676900"/>
            <a:ext cx="1171575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9525">
            <a:solidFill>
              <a:srgbClr val="AABEB8"/>
            </a:solidFill>
            <a:prstDash val="solid"/>
          </a:ln>
        </p:spPr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00C5A63E-6277-47FD-8B70-3595A7190D79}"/>
              </a:ext>
            </a:extLst>
          </p:cNvPr>
          <p:cNvSpPr>
            <a:spLocks noGrp="1"/>
          </p:cNvSpPr>
          <p:nvPr/>
        </p:nvSpPr>
        <p:spPr>
          <a:xfrm>
            <a:off x="13058775" y="5781675"/>
            <a:ext cx="1000125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675" b="1">
                <a:solidFill>
                  <a:srgbClr val="A64A36"/>
                </a:solidFill>
              </a:defRPr>
            </a:defPPr>
            <a:lvl1pPr>
              <a:defRPr sz="675" b="1">
                <a:solidFill>
                  <a:srgbClr val="A64A36"/>
                </a:solidFill>
              </a:defRPr>
            </a:lvl1pPr>
            <a:lvl2pPr>
              <a:defRPr sz="675" b="1">
                <a:solidFill>
                  <a:srgbClr val="A64A36"/>
                </a:solidFill>
              </a:defRPr>
            </a:lvl2pPr>
            <a:lvl3pPr>
              <a:defRPr sz="675" b="1">
                <a:solidFill>
                  <a:srgbClr val="A64A36"/>
                </a:solidFill>
              </a:defRPr>
            </a:lvl3pPr>
            <a:lvl4pPr>
              <a:defRPr sz="675" b="1">
                <a:solidFill>
                  <a:srgbClr val="A64A36"/>
                </a:solidFill>
              </a:defRPr>
            </a:lvl4pPr>
            <a:lvl5pPr>
              <a:defRPr sz="675" b="1">
                <a:solidFill>
                  <a:srgbClr val="A64A36"/>
                </a:solidFill>
              </a:defRPr>
            </a:lvl5pPr>
            <a:lvl6pPr>
              <a:defRPr sz="675" b="1">
                <a:solidFill>
                  <a:srgbClr val="A64A36"/>
                </a:solidFill>
              </a:defRPr>
            </a:lvl6pPr>
            <a:lvl7pPr>
              <a:defRPr sz="675" b="1">
                <a:solidFill>
                  <a:srgbClr val="A64A36"/>
                </a:solidFill>
              </a:defRPr>
            </a:lvl7pPr>
            <a:lvl8pPr>
              <a:defRPr sz="675" b="1">
                <a:solidFill>
                  <a:srgbClr val="A64A36"/>
                </a:solidFill>
              </a:defRPr>
            </a:lvl8pPr>
            <a:lvl9pPr>
              <a:defRPr sz="675" b="1">
                <a:solidFill>
                  <a:srgbClr val="A64A36"/>
                </a:solidFill>
              </a:defRPr>
            </a:lvl9pPr>
          </a:lstStyle>
          <a:p>
            <a:pPr>
              <a:defRPr sz="675" b="1">
                <a:solidFill>
                  <a:srgbClr val="A64A36"/>
                </a:solidFill>
              </a:defRPr>
            </a:pPr>
            <a:r>
              <a:rPr sz="675" b="1">
                <a:solidFill>
                  <a:srgbClr val="A64A36"/>
                </a:solidFill>
              </a:rPr>
              <a:t>RESPONSE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542B50F5-297C-48B2-A23D-A9F3F9363F9F}"/>
              </a:ext>
            </a:extLst>
          </p:cNvPr>
          <p:cNvSpPr>
            <a:spLocks noGrp="1"/>
          </p:cNvSpPr>
          <p:nvPr/>
        </p:nvSpPr>
        <p:spPr>
          <a:xfrm>
            <a:off x="13058775" y="5942358"/>
            <a:ext cx="1257807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1">
                <a:solidFill>
                  <a:srgbClr val="153A35"/>
                </a:solidFill>
              </a:defRPr>
            </a:defPPr>
            <a:lvl1pPr>
              <a:defRPr sz="900" b="1">
                <a:solidFill>
                  <a:srgbClr val="153A35"/>
                </a:solidFill>
              </a:defRPr>
            </a:lvl1pPr>
            <a:lvl2pPr>
              <a:defRPr sz="900" b="1">
                <a:solidFill>
                  <a:srgbClr val="153A35"/>
                </a:solidFill>
              </a:defRPr>
            </a:lvl2pPr>
            <a:lvl3pPr>
              <a:defRPr sz="900" b="1">
                <a:solidFill>
                  <a:srgbClr val="153A35"/>
                </a:solidFill>
              </a:defRPr>
            </a:lvl3pPr>
            <a:lvl4pPr>
              <a:defRPr sz="900" b="1">
                <a:solidFill>
                  <a:srgbClr val="153A35"/>
                </a:solidFill>
              </a:defRPr>
            </a:lvl4pPr>
            <a:lvl5pPr>
              <a:defRPr sz="900" b="1">
                <a:solidFill>
                  <a:srgbClr val="153A35"/>
                </a:solidFill>
              </a:defRPr>
            </a:lvl5pPr>
            <a:lvl6pPr>
              <a:defRPr sz="900" b="1">
                <a:solidFill>
                  <a:srgbClr val="153A35"/>
                </a:solidFill>
              </a:defRPr>
            </a:lvl6pPr>
            <a:lvl7pPr>
              <a:defRPr sz="900" b="1">
                <a:solidFill>
                  <a:srgbClr val="153A35"/>
                </a:solidFill>
              </a:defRPr>
            </a:lvl7pPr>
            <a:lvl8pPr>
              <a:defRPr sz="900" b="1">
                <a:solidFill>
                  <a:srgbClr val="153A35"/>
                </a:solidFill>
              </a:defRPr>
            </a:lvl8pPr>
            <a:lvl9pPr>
              <a:defRPr sz="900" b="1">
                <a:solidFill>
                  <a:srgbClr val="153A35"/>
                </a:solidFill>
              </a:defRPr>
            </a:lvl9pPr>
          </a:lstStyle>
          <a:p>
            <a:pPr>
              <a:defRPr sz="900" b="1">
                <a:solidFill>
                  <a:srgbClr val="153A35"/>
                </a:solidFill>
              </a:defRPr>
            </a:pPr>
            <a:r>
              <a:rPr sz="900" b="1" dirty="0">
                <a:solidFill>
                  <a:srgbClr val="153A35"/>
                </a:solidFill>
              </a:rPr>
              <a:t>Source + Patterns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AE4E8F11-A005-4F42-ACC8-C2913C5DF1E8}"/>
              </a:ext>
            </a:extLst>
          </p:cNvPr>
          <p:cNvSpPr>
            <a:spLocks noGrp="1"/>
          </p:cNvSpPr>
          <p:nvPr/>
        </p:nvSpPr>
        <p:spPr>
          <a:xfrm>
            <a:off x="13058775" y="6170958"/>
            <a:ext cx="132273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 b="0">
                <a:solidFill>
                  <a:srgbClr val="405D72"/>
                </a:solidFill>
              </a:defRPr>
            </a:defPPr>
            <a:lvl1pPr>
              <a:defRPr sz="750" b="0">
                <a:solidFill>
                  <a:srgbClr val="405D72"/>
                </a:solidFill>
              </a:defRPr>
            </a:lvl1pPr>
            <a:lvl2pPr>
              <a:defRPr sz="750" b="0">
                <a:solidFill>
                  <a:srgbClr val="405D72"/>
                </a:solidFill>
              </a:defRPr>
            </a:lvl2pPr>
            <a:lvl3pPr>
              <a:defRPr sz="750" b="0">
                <a:solidFill>
                  <a:srgbClr val="405D72"/>
                </a:solidFill>
              </a:defRPr>
            </a:lvl3pPr>
            <a:lvl4pPr>
              <a:defRPr sz="750" b="0">
                <a:solidFill>
                  <a:srgbClr val="405D72"/>
                </a:solidFill>
              </a:defRPr>
            </a:lvl4pPr>
            <a:lvl5pPr>
              <a:defRPr sz="750" b="0">
                <a:solidFill>
                  <a:srgbClr val="405D72"/>
                </a:solidFill>
              </a:defRPr>
            </a:lvl5pPr>
            <a:lvl6pPr>
              <a:defRPr sz="750" b="0">
                <a:solidFill>
                  <a:srgbClr val="405D72"/>
                </a:solidFill>
              </a:defRPr>
            </a:lvl6pPr>
            <a:lvl7pPr>
              <a:defRPr sz="750" b="0">
                <a:solidFill>
                  <a:srgbClr val="405D72"/>
                </a:solidFill>
              </a:defRPr>
            </a:lvl7pPr>
            <a:lvl8pPr>
              <a:defRPr sz="750" b="0">
                <a:solidFill>
                  <a:srgbClr val="405D72"/>
                </a:solidFill>
              </a:defRPr>
            </a:lvl8pPr>
            <a:lvl9pPr>
              <a:defRPr sz="750" b="0">
                <a:solidFill>
                  <a:srgbClr val="405D72"/>
                </a:solidFill>
              </a:defRPr>
            </a:lvl9pPr>
          </a:lstStyle>
          <a:p>
            <a:pPr>
              <a:defRPr sz="750" b="0">
                <a:solidFill>
                  <a:srgbClr val="405D72"/>
                </a:solidFill>
              </a:defRPr>
            </a:pPr>
            <a:r>
              <a:rPr sz="750" b="0" dirty="0">
                <a:solidFill>
                  <a:srgbClr val="405D72"/>
                </a:solidFill>
              </a:rPr>
              <a:t>Inspect relationship context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B2E71BEB-6A74-4103-A0A8-991D73330B4F}"/>
              </a:ext>
            </a:extLst>
          </p:cNvPr>
          <p:cNvSpPr>
            <a:spLocks noGrp="1"/>
          </p:cNvSpPr>
          <p:nvPr/>
        </p:nvSpPr>
        <p:spPr>
          <a:xfrm>
            <a:off x="14154150" y="5991225"/>
            <a:ext cx="142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A64A36"/>
                </a:solidFill>
              </a:defRPr>
            </a:defPPr>
            <a:lvl1pPr>
              <a:defRPr sz="1125" b="1">
                <a:solidFill>
                  <a:srgbClr val="A64A36"/>
                </a:solidFill>
              </a:defRPr>
            </a:lvl1pPr>
            <a:lvl2pPr>
              <a:defRPr sz="1125" b="1">
                <a:solidFill>
                  <a:srgbClr val="A64A36"/>
                </a:solidFill>
              </a:defRPr>
            </a:lvl2pPr>
            <a:lvl3pPr>
              <a:defRPr sz="1125" b="1">
                <a:solidFill>
                  <a:srgbClr val="A64A36"/>
                </a:solidFill>
              </a:defRPr>
            </a:lvl3pPr>
            <a:lvl4pPr>
              <a:defRPr sz="1125" b="1">
                <a:solidFill>
                  <a:srgbClr val="A64A36"/>
                </a:solidFill>
              </a:defRPr>
            </a:lvl4pPr>
            <a:lvl5pPr>
              <a:defRPr sz="1125" b="1">
                <a:solidFill>
                  <a:srgbClr val="A64A36"/>
                </a:solidFill>
              </a:defRPr>
            </a:lvl5pPr>
            <a:lvl6pPr>
              <a:defRPr sz="1125" b="1">
                <a:solidFill>
                  <a:srgbClr val="A64A36"/>
                </a:solidFill>
              </a:defRPr>
            </a:lvl6pPr>
            <a:lvl7pPr>
              <a:defRPr sz="1125" b="1">
                <a:solidFill>
                  <a:srgbClr val="A64A36"/>
                </a:solidFill>
              </a:defRPr>
            </a:lvl7pPr>
            <a:lvl8pPr>
              <a:defRPr sz="1125" b="1">
                <a:solidFill>
                  <a:srgbClr val="A64A36"/>
                </a:solidFill>
              </a:defRPr>
            </a:lvl8pPr>
            <a:lvl9pPr>
              <a:defRPr sz="1125" b="1">
                <a:solidFill>
                  <a:srgbClr val="A64A36"/>
                </a:solidFill>
              </a:defRPr>
            </a:lvl9pPr>
          </a:lstStyle>
          <a:p>
            <a:pPr>
              <a:defRPr sz="1125" b="1">
                <a:solidFill>
                  <a:srgbClr val="A64A36"/>
                </a:solidFill>
              </a:defRPr>
            </a:pPr>
            <a:r>
              <a:rPr sz="1125" b="1">
                <a:solidFill>
                  <a:srgbClr val="A64A36"/>
                </a:solidFill>
              </a:rPr>
              <a:t>→</a:t>
            </a:r>
          </a:p>
        </p:txBody>
      </p:sp>
      <p:sp>
        <p:nvSpPr>
          <p:cNvPr id="99" name="圆角矩形 98">
            <a:extLst>
              <a:ext uri="{FF2B5EF4-FFF2-40B4-BE49-F238E27FC236}">
                <a16:creationId xmlns:a16="http://schemas.microsoft.com/office/drawing/2014/main" id="{003EAE1F-FE26-44AC-832D-CEE37CA9984F}"/>
              </a:ext>
            </a:extLst>
          </p:cNvPr>
          <p:cNvSpPr>
            <a:spLocks noGrp="1"/>
          </p:cNvSpPr>
          <p:nvPr/>
        </p:nvSpPr>
        <p:spPr>
          <a:xfrm>
            <a:off x="14249400" y="5676900"/>
            <a:ext cx="1171575" cy="828675"/>
          </a:xfrm>
          <a:prstGeom prst="roundRect">
            <a:avLst>
              <a:gd name="adj" fmla="val 9195"/>
            </a:avLst>
          </a:prstGeom>
          <a:solidFill>
            <a:srgbClr val="E5F0EB"/>
          </a:solidFill>
          <a:ln w="9525">
            <a:solidFill>
              <a:srgbClr val="AABEB8"/>
            </a:solidFill>
            <a:prstDash val="solid"/>
          </a:ln>
        </p:spPr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E9E47C1A-6B32-4CF3-94B6-E448BF96E0A0}"/>
              </a:ext>
            </a:extLst>
          </p:cNvPr>
          <p:cNvSpPr>
            <a:spLocks noGrp="1"/>
          </p:cNvSpPr>
          <p:nvPr/>
        </p:nvSpPr>
        <p:spPr>
          <a:xfrm>
            <a:off x="14335125" y="5781675"/>
            <a:ext cx="1000125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675" b="1">
                <a:solidFill>
                  <a:srgbClr val="A64A36"/>
                </a:solidFill>
              </a:defRPr>
            </a:defPPr>
            <a:lvl1pPr>
              <a:defRPr sz="675" b="1">
                <a:solidFill>
                  <a:srgbClr val="A64A36"/>
                </a:solidFill>
              </a:defRPr>
            </a:lvl1pPr>
            <a:lvl2pPr>
              <a:defRPr sz="675" b="1">
                <a:solidFill>
                  <a:srgbClr val="A64A36"/>
                </a:solidFill>
              </a:defRPr>
            </a:lvl2pPr>
            <a:lvl3pPr>
              <a:defRPr sz="675" b="1">
                <a:solidFill>
                  <a:srgbClr val="A64A36"/>
                </a:solidFill>
              </a:defRPr>
            </a:lvl3pPr>
            <a:lvl4pPr>
              <a:defRPr sz="675" b="1">
                <a:solidFill>
                  <a:srgbClr val="A64A36"/>
                </a:solidFill>
              </a:defRPr>
            </a:lvl4pPr>
            <a:lvl5pPr>
              <a:defRPr sz="675" b="1">
                <a:solidFill>
                  <a:srgbClr val="A64A36"/>
                </a:solidFill>
              </a:defRPr>
            </a:lvl5pPr>
            <a:lvl6pPr>
              <a:defRPr sz="675" b="1">
                <a:solidFill>
                  <a:srgbClr val="A64A36"/>
                </a:solidFill>
              </a:defRPr>
            </a:lvl6pPr>
            <a:lvl7pPr>
              <a:defRPr sz="675" b="1">
                <a:solidFill>
                  <a:srgbClr val="A64A36"/>
                </a:solidFill>
              </a:defRPr>
            </a:lvl7pPr>
            <a:lvl8pPr>
              <a:defRPr sz="675" b="1">
                <a:solidFill>
                  <a:srgbClr val="A64A36"/>
                </a:solidFill>
              </a:defRPr>
            </a:lvl8pPr>
            <a:lvl9pPr>
              <a:defRPr sz="675" b="1">
                <a:solidFill>
                  <a:srgbClr val="A64A36"/>
                </a:solidFill>
              </a:defRPr>
            </a:lvl9pPr>
          </a:lstStyle>
          <a:p>
            <a:pPr>
              <a:defRPr sz="675" b="1">
                <a:solidFill>
                  <a:srgbClr val="A64A36"/>
                </a:solidFill>
              </a:defRPr>
            </a:pPr>
            <a:r>
              <a:rPr sz="675" b="1">
                <a:solidFill>
                  <a:srgbClr val="A64A36"/>
                </a:solidFill>
              </a:rPr>
              <a:t>REVISION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4A6A4E5F-3205-4775-BF15-6960A7CC3086}"/>
              </a:ext>
            </a:extLst>
          </p:cNvPr>
          <p:cNvSpPr>
            <a:spLocks noGrp="1"/>
          </p:cNvSpPr>
          <p:nvPr/>
        </p:nvSpPr>
        <p:spPr>
          <a:xfrm>
            <a:off x="14335125" y="5972175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1">
                <a:solidFill>
                  <a:srgbClr val="153A35"/>
                </a:solidFill>
              </a:defRPr>
            </a:defPPr>
            <a:lvl1pPr>
              <a:defRPr sz="900" b="1">
                <a:solidFill>
                  <a:srgbClr val="153A35"/>
                </a:solidFill>
              </a:defRPr>
            </a:lvl1pPr>
            <a:lvl2pPr>
              <a:defRPr sz="900" b="1">
                <a:solidFill>
                  <a:srgbClr val="153A35"/>
                </a:solidFill>
              </a:defRPr>
            </a:lvl2pPr>
            <a:lvl3pPr>
              <a:defRPr sz="900" b="1">
                <a:solidFill>
                  <a:srgbClr val="153A35"/>
                </a:solidFill>
              </a:defRPr>
            </a:lvl3pPr>
            <a:lvl4pPr>
              <a:defRPr sz="900" b="1">
                <a:solidFill>
                  <a:srgbClr val="153A35"/>
                </a:solidFill>
              </a:defRPr>
            </a:lvl4pPr>
            <a:lvl5pPr>
              <a:defRPr sz="900" b="1">
                <a:solidFill>
                  <a:srgbClr val="153A35"/>
                </a:solidFill>
              </a:defRPr>
            </a:lvl5pPr>
            <a:lvl6pPr>
              <a:defRPr sz="900" b="1">
                <a:solidFill>
                  <a:srgbClr val="153A35"/>
                </a:solidFill>
              </a:defRPr>
            </a:lvl6pPr>
            <a:lvl7pPr>
              <a:defRPr sz="900" b="1">
                <a:solidFill>
                  <a:srgbClr val="153A35"/>
                </a:solidFill>
              </a:defRPr>
            </a:lvl7pPr>
            <a:lvl8pPr>
              <a:defRPr sz="900" b="1">
                <a:solidFill>
                  <a:srgbClr val="153A35"/>
                </a:solidFill>
              </a:defRPr>
            </a:lvl8pPr>
            <a:lvl9pPr>
              <a:defRPr sz="900" b="1">
                <a:solidFill>
                  <a:srgbClr val="153A35"/>
                </a:solidFill>
              </a:defRPr>
            </a:lvl9pPr>
          </a:lstStyle>
          <a:p>
            <a:pPr>
              <a:defRPr sz="900" b="1">
                <a:solidFill>
                  <a:srgbClr val="153A35"/>
                </a:solidFill>
              </a:defRPr>
            </a:pPr>
            <a:r>
              <a:rPr sz="900" b="1">
                <a:solidFill>
                  <a:srgbClr val="153A35"/>
                </a:solidFill>
              </a:rPr>
              <a:t>Save + routes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4EA32989-0993-477F-8B50-2D361118E0D8}"/>
              </a:ext>
            </a:extLst>
          </p:cNvPr>
          <p:cNvSpPr>
            <a:spLocks noGrp="1"/>
          </p:cNvSpPr>
          <p:nvPr/>
        </p:nvSpPr>
        <p:spPr>
          <a:xfrm>
            <a:off x="14335125" y="6200775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 b="0">
                <a:solidFill>
                  <a:srgbClr val="405D72"/>
                </a:solidFill>
              </a:defRPr>
            </a:defPPr>
            <a:lvl1pPr>
              <a:defRPr sz="750" b="0">
                <a:solidFill>
                  <a:srgbClr val="405D72"/>
                </a:solidFill>
              </a:defRPr>
            </a:lvl1pPr>
            <a:lvl2pPr>
              <a:defRPr sz="750" b="0">
                <a:solidFill>
                  <a:srgbClr val="405D72"/>
                </a:solidFill>
              </a:defRPr>
            </a:lvl2pPr>
            <a:lvl3pPr>
              <a:defRPr sz="750" b="0">
                <a:solidFill>
                  <a:srgbClr val="405D72"/>
                </a:solidFill>
              </a:defRPr>
            </a:lvl3pPr>
            <a:lvl4pPr>
              <a:defRPr sz="750" b="0">
                <a:solidFill>
                  <a:srgbClr val="405D72"/>
                </a:solidFill>
              </a:defRPr>
            </a:lvl4pPr>
            <a:lvl5pPr>
              <a:defRPr sz="750" b="0">
                <a:solidFill>
                  <a:srgbClr val="405D72"/>
                </a:solidFill>
              </a:defRPr>
            </a:lvl5pPr>
            <a:lvl6pPr>
              <a:defRPr sz="750" b="0">
                <a:solidFill>
                  <a:srgbClr val="405D72"/>
                </a:solidFill>
              </a:defRPr>
            </a:lvl6pPr>
            <a:lvl7pPr>
              <a:defRPr sz="750" b="0">
                <a:solidFill>
                  <a:srgbClr val="405D72"/>
                </a:solidFill>
              </a:defRPr>
            </a:lvl7pPr>
            <a:lvl8pPr>
              <a:defRPr sz="750" b="0">
                <a:solidFill>
                  <a:srgbClr val="405D72"/>
                </a:solidFill>
              </a:defRPr>
            </a:lvl8pPr>
            <a:lvl9pPr>
              <a:defRPr sz="750" b="0">
                <a:solidFill>
                  <a:srgbClr val="405D72"/>
                </a:solidFill>
              </a:defRPr>
            </a:lvl9pPr>
          </a:lstStyle>
          <a:p>
            <a:pPr>
              <a:defRPr sz="750" b="0">
                <a:solidFill>
                  <a:srgbClr val="405D72"/>
                </a:solidFill>
              </a:defRPr>
            </a:pPr>
            <a:r>
              <a:rPr sz="750" b="0">
                <a:solidFill>
                  <a:srgbClr val="405D72"/>
                </a:solidFill>
              </a:rPr>
              <a:t>Compare schematic options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25F14241-A1F6-4CFC-8EDD-0308101E5C89}"/>
              </a:ext>
            </a:extLst>
          </p:cNvPr>
          <p:cNvSpPr>
            <a:spLocks noGrp="1"/>
          </p:cNvSpPr>
          <p:nvPr/>
        </p:nvSpPr>
        <p:spPr>
          <a:xfrm>
            <a:off x="10420350" y="6677025"/>
            <a:ext cx="5067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153A35"/>
                </a:solidFill>
              </a:defRPr>
            </a:defPPr>
            <a:lvl1pPr>
              <a:defRPr sz="900" b="0">
                <a:solidFill>
                  <a:srgbClr val="153A35"/>
                </a:solidFill>
              </a:defRPr>
            </a:lvl1pPr>
            <a:lvl2pPr>
              <a:defRPr sz="900" b="0">
                <a:solidFill>
                  <a:srgbClr val="153A35"/>
                </a:solidFill>
              </a:defRPr>
            </a:lvl2pPr>
            <a:lvl3pPr>
              <a:defRPr sz="900" b="0">
                <a:solidFill>
                  <a:srgbClr val="153A35"/>
                </a:solidFill>
              </a:defRPr>
            </a:lvl3pPr>
            <a:lvl4pPr>
              <a:defRPr sz="900" b="0">
                <a:solidFill>
                  <a:srgbClr val="153A35"/>
                </a:solidFill>
              </a:defRPr>
            </a:lvl4pPr>
            <a:lvl5pPr>
              <a:defRPr sz="900" b="0">
                <a:solidFill>
                  <a:srgbClr val="153A35"/>
                </a:solidFill>
              </a:defRPr>
            </a:lvl5pPr>
            <a:lvl6pPr>
              <a:defRPr sz="900" b="0">
                <a:solidFill>
                  <a:srgbClr val="153A35"/>
                </a:solidFill>
              </a:defRPr>
            </a:lvl6pPr>
            <a:lvl7pPr>
              <a:defRPr sz="900" b="0">
                <a:solidFill>
                  <a:srgbClr val="153A35"/>
                </a:solidFill>
              </a:defRPr>
            </a:lvl7pPr>
            <a:lvl8pPr>
              <a:defRPr sz="900" b="0">
                <a:solidFill>
                  <a:srgbClr val="153A35"/>
                </a:solidFill>
              </a:defRPr>
            </a:lvl8pPr>
            <a:lvl9pPr>
              <a:defRPr sz="900" b="0">
                <a:solidFill>
                  <a:srgbClr val="153A35"/>
                </a:solidFill>
              </a:defRPr>
            </a:lvl9pPr>
          </a:lstStyle>
          <a:p>
            <a:pPr>
              <a:defRPr sz="900" b="0">
                <a:solidFill>
                  <a:srgbClr val="153A35"/>
                </a:solidFill>
              </a:defRPr>
            </a:pPr>
            <a:r>
              <a:rPr sz="900" b="0">
                <a:solidFill>
                  <a:srgbClr val="153A35"/>
                </a:solidFill>
              </a:rPr>
              <a:t>Observed peer feedback: unclear next steps, thin detail cards, uncertain connection meaning, and route eligibility. Decision: revise onboarding, source visibility, bilingual consistency, and save eligibility. Limit: peer feedback does not establish general usability or public benefit.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781DD174-BBB7-438A-9F92-E3CA7D809790}"/>
              </a:ext>
            </a:extLst>
          </p:cNvPr>
          <p:cNvSpPr>
            <a:spLocks noGrp="1"/>
          </p:cNvSpPr>
          <p:nvPr/>
        </p:nvSpPr>
        <p:spPr>
          <a:xfrm>
            <a:off x="438150" y="76581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A64A36"/>
                </a:solidFill>
              </a:defRPr>
            </a:defPPr>
            <a:lvl1pPr>
              <a:defRPr sz="975" b="1">
                <a:solidFill>
                  <a:srgbClr val="A64A36"/>
                </a:solidFill>
              </a:defRPr>
            </a:lvl1pPr>
            <a:lvl2pPr>
              <a:defRPr sz="975" b="1">
                <a:solidFill>
                  <a:srgbClr val="A64A36"/>
                </a:solidFill>
              </a:defRPr>
            </a:lvl2pPr>
            <a:lvl3pPr>
              <a:defRPr sz="975" b="1">
                <a:solidFill>
                  <a:srgbClr val="A64A36"/>
                </a:solidFill>
              </a:defRPr>
            </a:lvl3pPr>
            <a:lvl4pPr>
              <a:defRPr sz="975" b="1">
                <a:solidFill>
                  <a:srgbClr val="A64A36"/>
                </a:solidFill>
              </a:defRPr>
            </a:lvl4pPr>
            <a:lvl5pPr>
              <a:defRPr sz="975" b="1">
                <a:solidFill>
                  <a:srgbClr val="A64A36"/>
                </a:solidFill>
              </a:defRPr>
            </a:lvl5pPr>
            <a:lvl6pPr>
              <a:defRPr sz="975" b="1">
                <a:solidFill>
                  <a:srgbClr val="A64A36"/>
                </a:solidFill>
              </a:defRPr>
            </a:lvl6pPr>
            <a:lvl7pPr>
              <a:defRPr sz="975" b="1">
                <a:solidFill>
                  <a:srgbClr val="A64A36"/>
                </a:solidFill>
              </a:defRPr>
            </a:lvl7pPr>
            <a:lvl8pPr>
              <a:defRPr sz="975" b="1">
                <a:solidFill>
                  <a:srgbClr val="A64A36"/>
                </a:solidFill>
              </a:defRPr>
            </a:lvl8pPr>
            <a:lvl9pPr>
              <a:defRPr sz="975" b="1">
                <a:solidFill>
                  <a:srgbClr val="A64A36"/>
                </a:solidFill>
              </a:defRPr>
            </a:lvl9pPr>
          </a:lstStyle>
          <a:p>
            <a:pPr>
              <a:defRPr sz="975" b="1">
                <a:solidFill>
                  <a:srgbClr val="A64A36"/>
                </a:solidFill>
              </a:defRPr>
            </a:pPr>
            <a:r>
              <a:rPr sz="975" b="1">
                <a:solidFill>
                  <a:srgbClr val="A64A36"/>
                </a:solidFill>
              </a:rPr>
              <a:t>02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9BCBA3AB-AE5C-4843-A368-AD93B0B9438C}"/>
              </a:ext>
            </a:extLst>
          </p:cNvPr>
          <p:cNvSpPr>
            <a:spLocks noGrp="1"/>
          </p:cNvSpPr>
          <p:nvPr/>
        </p:nvSpPr>
        <p:spPr>
          <a:xfrm>
            <a:off x="847725" y="7639050"/>
            <a:ext cx="56864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153A35"/>
                </a:solidFill>
              </a:defRPr>
            </a:defPPr>
            <a:lvl1pPr>
              <a:defRPr sz="1575" b="1">
                <a:solidFill>
                  <a:srgbClr val="153A35"/>
                </a:solidFill>
              </a:defRPr>
            </a:lvl1pPr>
            <a:lvl2pPr>
              <a:defRPr sz="1575" b="1">
                <a:solidFill>
                  <a:srgbClr val="153A35"/>
                </a:solidFill>
              </a:defRPr>
            </a:lvl2pPr>
            <a:lvl3pPr>
              <a:defRPr sz="1575" b="1">
                <a:solidFill>
                  <a:srgbClr val="153A35"/>
                </a:solidFill>
              </a:defRPr>
            </a:lvl3pPr>
            <a:lvl4pPr>
              <a:defRPr sz="1575" b="1">
                <a:solidFill>
                  <a:srgbClr val="153A35"/>
                </a:solidFill>
              </a:defRPr>
            </a:lvl4pPr>
            <a:lvl5pPr>
              <a:defRPr sz="1575" b="1">
                <a:solidFill>
                  <a:srgbClr val="153A35"/>
                </a:solidFill>
              </a:defRPr>
            </a:lvl5pPr>
            <a:lvl6pPr>
              <a:defRPr sz="1575" b="1">
                <a:solidFill>
                  <a:srgbClr val="153A35"/>
                </a:solidFill>
              </a:defRPr>
            </a:lvl6pPr>
            <a:lvl7pPr>
              <a:defRPr sz="1575" b="1">
                <a:solidFill>
                  <a:srgbClr val="153A35"/>
                </a:solidFill>
              </a:defRPr>
            </a:lvl7pPr>
            <a:lvl8pPr>
              <a:defRPr sz="1575" b="1">
                <a:solidFill>
                  <a:srgbClr val="153A35"/>
                </a:solidFill>
              </a:defRPr>
            </a:lvl8pPr>
            <a:lvl9pPr>
              <a:defRPr sz="1575" b="1">
                <a:solidFill>
                  <a:srgbClr val="153A35"/>
                </a:solidFill>
              </a:defRPr>
            </a:lvl9pPr>
          </a:lstStyle>
          <a:p>
            <a:pPr>
              <a:defRPr sz="1575" b="1">
                <a:solidFill>
                  <a:srgbClr val="153A35"/>
                </a:solidFill>
              </a:defRPr>
            </a:pPr>
            <a:r>
              <a:rPr sz="1575" b="1">
                <a:solidFill>
                  <a:srgbClr val="153A35"/>
                </a:solidFill>
              </a:rPr>
              <a:t>Research, design, and validation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7CA31E5E-824B-4F55-A39F-43FA6B2A9867}"/>
              </a:ext>
            </a:extLst>
          </p:cNvPr>
          <p:cNvSpPr>
            <a:spLocks noGrp="1"/>
          </p:cNvSpPr>
          <p:nvPr/>
        </p:nvSpPr>
        <p:spPr>
          <a:xfrm>
            <a:off x="438150" y="7943850"/>
            <a:ext cx="6096000" cy="19050"/>
          </a:xfrm>
          <a:prstGeom prst="rect">
            <a:avLst/>
          </a:prstGeom>
          <a:solidFill>
            <a:srgbClr val="13796F"/>
          </a:solidFill>
          <a:ln w="0">
            <a:noFill/>
            <a:prstDash val="solid"/>
          </a:ln>
        </p:spPr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6982FA04-0D6E-44E0-909B-48E13CC2B373}"/>
              </a:ext>
            </a:extLst>
          </p:cNvPr>
          <p:cNvSpPr>
            <a:spLocks noGrp="1"/>
          </p:cNvSpPr>
          <p:nvPr/>
        </p:nvSpPr>
        <p:spPr>
          <a:xfrm>
            <a:off x="438150" y="8058150"/>
            <a:ext cx="609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153A35"/>
                </a:solidFill>
              </a:defRPr>
            </a:defPPr>
            <a:lvl1pPr>
              <a:defRPr sz="900" b="0">
                <a:solidFill>
                  <a:srgbClr val="153A35"/>
                </a:solidFill>
              </a:defRPr>
            </a:lvl1pPr>
            <a:lvl2pPr>
              <a:defRPr sz="900" b="0">
                <a:solidFill>
                  <a:srgbClr val="153A35"/>
                </a:solidFill>
              </a:defRPr>
            </a:lvl2pPr>
            <a:lvl3pPr>
              <a:defRPr sz="900" b="0">
                <a:solidFill>
                  <a:srgbClr val="153A35"/>
                </a:solidFill>
              </a:defRPr>
            </a:lvl3pPr>
            <a:lvl4pPr>
              <a:defRPr sz="900" b="0">
                <a:solidFill>
                  <a:srgbClr val="153A35"/>
                </a:solidFill>
              </a:defRPr>
            </a:lvl4pPr>
            <a:lvl5pPr>
              <a:defRPr sz="900" b="0">
                <a:solidFill>
                  <a:srgbClr val="153A35"/>
                </a:solidFill>
              </a:defRPr>
            </a:lvl5pPr>
            <a:lvl6pPr>
              <a:defRPr sz="900" b="0">
                <a:solidFill>
                  <a:srgbClr val="153A35"/>
                </a:solidFill>
              </a:defRPr>
            </a:lvl6pPr>
            <a:lvl7pPr>
              <a:defRPr sz="900" b="0">
                <a:solidFill>
                  <a:srgbClr val="153A35"/>
                </a:solidFill>
              </a:defRPr>
            </a:lvl7pPr>
            <a:lvl8pPr>
              <a:defRPr sz="900" b="0">
                <a:solidFill>
                  <a:srgbClr val="153A35"/>
                </a:solidFill>
              </a:defRPr>
            </a:lvl8pPr>
            <a:lvl9pPr>
              <a:defRPr sz="900" b="0">
                <a:solidFill>
                  <a:srgbClr val="153A35"/>
                </a:solidFill>
              </a:defRPr>
            </a:lvl9pPr>
          </a:lstStyle>
          <a:p>
            <a:pPr>
              <a:defRPr sz="900" b="0">
                <a:solidFill>
                  <a:srgbClr val="153A35"/>
                </a:solidFill>
              </a:defRPr>
            </a:pPr>
            <a:r>
              <a:rPr sz="900" b="0">
                <a:solidFill>
                  <a:srgbClr val="153A35"/>
                </a:solidFill>
              </a:rPr>
              <a:t>Primary frontier: Human-Centered Spatiotemporal Intelligence. Munzner (2009) separates validation of domain needs, data/tasks, idioms, and algorithms. This reframed the route button as a prototype requiring separate evidence, rather than proof of usefulness.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4C7403FC-2348-463E-8F12-276FF59D4243}"/>
              </a:ext>
            </a:extLst>
          </p:cNvPr>
          <p:cNvSpPr>
            <a:spLocks noGrp="1"/>
          </p:cNvSpPr>
          <p:nvPr/>
        </p:nvSpPr>
        <p:spPr>
          <a:xfrm>
            <a:off x="438150" y="8677275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A64A36"/>
                </a:solidFill>
              </a:defRPr>
            </a:defPPr>
            <a:lvl1pPr>
              <a:defRPr sz="825" b="1">
                <a:solidFill>
                  <a:srgbClr val="A64A36"/>
                </a:solidFill>
              </a:defRPr>
            </a:lvl1pPr>
            <a:lvl2pPr>
              <a:defRPr sz="825" b="1">
                <a:solidFill>
                  <a:srgbClr val="A64A36"/>
                </a:solidFill>
              </a:defRPr>
            </a:lvl2pPr>
            <a:lvl3pPr>
              <a:defRPr sz="825" b="1">
                <a:solidFill>
                  <a:srgbClr val="A64A36"/>
                </a:solidFill>
              </a:defRPr>
            </a:lvl3pPr>
            <a:lvl4pPr>
              <a:defRPr sz="825" b="1">
                <a:solidFill>
                  <a:srgbClr val="A64A36"/>
                </a:solidFill>
              </a:defRPr>
            </a:lvl4pPr>
            <a:lvl5pPr>
              <a:defRPr sz="825" b="1">
                <a:solidFill>
                  <a:srgbClr val="A64A36"/>
                </a:solidFill>
              </a:defRPr>
            </a:lvl5pPr>
            <a:lvl6pPr>
              <a:defRPr sz="825" b="1">
                <a:solidFill>
                  <a:srgbClr val="A64A36"/>
                </a:solidFill>
              </a:defRPr>
            </a:lvl6pPr>
            <a:lvl7pPr>
              <a:defRPr sz="825" b="1">
                <a:solidFill>
                  <a:srgbClr val="A64A36"/>
                </a:solidFill>
              </a:defRPr>
            </a:lvl7pPr>
            <a:lvl8pPr>
              <a:defRPr sz="825" b="1">
                <a:solidFill>
                  <a:srgbClr val="A64A36"/>
                </a:solidFill>
              </a:defRPr>
            </a:lvl8pPr>
            <a:lvl9pPr>
              <a:defRPr sz="825" b="1">
                <a:solidFill>
                  <a:srgbClr val="A64A36"/>
                </a:solidFill>
              </a:defRPr>
            </a:lvl9pPr>
          </a:lstStyle>
          <a:p>
            <a:pPr>
              <a:defRPr sz="825" b="1">
                <a:solidFill>
                  <a:srgbClr val="A64A36"/>
                </a:solidFill>
              </a:defRPr>
            </a:pPr>
            <a:r>
              <a:rPr sz="825" b="1">
                <a:solidFill>
                  <a:srgbClr val="A64A36"/>
                </a:solidFill>
              </a:rPr>
              <a:t>DOMAIN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F905DD5C-00FB-47D9-A41A-B65A68E62B37}"/>
              </a:ext>
            </a:extLst>
          </p:cNvPr>
          <p:cNvSpPr>
            <a:spLocks noGrp="1"/>
          </p:cNvSpPr>
          <p:nvPr/>
        </p:nvSpPr>
        <p:spPr>
          <a:xfrm>
            <a:off x="1466850" y="8658225"/>
            <a:ext cx="50292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153A35"/>
                </a:solidFill>
              </a:defRPr>
            </a:defPPr>
            <a:lvl1pPr>
              <a:defRPr sz="825" b="0">
                <a:solidFill>
                  <a:srgbClr val="153A35"/>
                </a:solidFill>
              </a:defRPr>
            </a:lvl1pPr>
            <a:lvl2pPr>
              <a:defRPr sz="825" b="0">
                <a:solidFill>
                  <a:srgbClr val="153A35"/>
                </a:solidFill>
              </a:defRPr>
            </a:lvl2pPr>
            <a:lvl3pPr>
              <a:defRPr sz="825" b="0">
                <a:solidFill>
                  <a:srgbClr val="153A35"/>
                </a:solidFill>
              </a:defRPr>
            </a:lvl3pPr>
            <a:lvl4pPr>
              <a:defRPr sz="825" b="0">
                <a:solidFill>
                  <a:srgbClr val="153A35"/>
                </a:solidFill>
              </a:defRPr>
            </a:lvl4pPr>
            <a:lvl5pPr>
              <a:defRPr sz="825" b="0">
                <a:solidFill>
                  <a:srgbClr val="153A35"/>
                </a:solidFill>
              </a:defRPr>
            </a:lvl5pPr>
            <a:lvl6pPr>
              <a:defRPr sz="825" b="0">
                <a:solidFill>
                  <a:srgbClr val="153A35"/>
                </a:solidFill>
              </a:defRPr>
            </a:lvl6pPr>
            <a:lvl7pPr>
              <a:defRPr sz="825" b="0">
                <a:solidFill>
                  <a:srgbClr val="153A35"/>
                </a:solidFill>
              </a:defRPr>
            </a:lvl7pPr>
            <a:lvl8pPr>
              <a:defRPr sz="825" b="0">
                <a:solidFill>
                  <a:srgbClr val="153A35"/>
                </a:solidFill>
              </a:defRPr>
            </a:lvl8pPr>
            <a:lvl9pPr>
              <a:defRPr sz="825" b="0">
                <a:solidFill>
                  <a:srgbClr val="153A35"/>
                </a:solidFill>
              </a:defRPr>
            </a:lvl9pPr>
          </a:lstStyle>
          <a:p>
            <a:pPr>
              <a:defRPr sz="825" b="0">
                <a:solidFill>
                  <a:srgbClr val="153A35"/>
                </a:solidFill>
              </a:defRPr>
            </a:pPr>
            <a:r>
              <a:rPr sz="825" b="0">
                <a:solidFill>
                  <a:srgbClr val="153A35"/>
                </a:solidFill>
              </a:rPr>
              <a:t>Visitor task defined; community need remains inferred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5341B14F-B174-42A2-A436-1A4125271F28}"/>
              </a:ext>
            </a:extLst>
          </p:cNvPr>
          <p:cNvSpPr>
            <a:spLocks noGrp="1"/>
          </p:cNvSpPr>
          <p:nvPr/>
        </p:nvSpPr>
        <p:spPr>
          <a:xfrm>
            <a:off x="438150" y="8943975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A64A36"/>
                </a:solidFill>
              </a:defRPr>
            </a:defPPr>
            <a:lvl1pPr>
              <a:defRPr sz="825" b="1">
                <a:solidFill>
                  <a:srgbClr val="A64A36"/>
                </a:solidFill>
              </a:defRPr>
            </a:lvl1pPr>
            <a:lvl2pPr>
              <a:defRPr sz="825" b="1">
                <a:solidFill>
                  <a:srgbClr val="A64A36"/>
                </a:solidFill>
              </a:defRPr>
            </a:lvl2pPr>
            <a:lvl3pPr>
              <a:defRPr sz="825" b="1">
                <a:solidFill>
                  <a:srgbClr val="A64A36"/>
                </a:solidFill>
              </a:defRPr>
            </a:lvl3pPr>
            <a:lvl4pPr>
              <a:defRPr sz="825" b="1">
                <a:solidFill>
                  <a:srgbClr val="A64A36"/>
                </a:solidFill>
              </a:defRPr>
            </a:lvl4pPr>
            <a:lvl5pPr>
              <a:defRPr sz="825" b="1">
                <a:solidFill>
                  <a:srgbClr val="A64A36"/>
                </a:solidFill>
              </a:defRPr>
            </a:lvl5pPr>
            <a:lvl6pPr>
              <a:defRPr sz="825" b="1">
                <a:solidFill>
                  <a:srgbClr val="A64A36"/>
                </a:solidFill>
              </a:defRPr>
            </a:lvl6pPr>
            <a:lvl7pPr>
              <a:defRPr sz="825" b="1">
                <a:solidFill>
                  <a:srgbClr val="A64A36"/>
                </a:solidFill>
              </a:defRPr>
            </a:lvl7pPr>
            <a:lvl8pPr>
              <a:defRPr sz="825" b="1">
                <a:solidFill>
                  <a:srgbClr val="A64A36"/>
                </a:solidFill>
              </a:defRPr>
            </a:lvl8pPr>
            <a:lvl9pPr>
              <a:defRPr sz="825" b="1">
                <a:solidFill>
                  <a:srgbClr val="A64A36"/>
                </a:solidFill>
              </a:defRPr>
            </a:lvl9pPr>
          </a:lstStyle>
          <a:p>
            <a:pPr>
              <a:defRPr sz="825" b="1">
                <a:solidFill>
                  <a:srgbClr val="A64A36"/>
                </a:solidFill>
              </a:defRPr>
            </a:pPr>
            <a:r>
              <a:rPr sz="825" b="1">
                <a:solidFill>
                  <a:srgbClr val="A64A36"/>
                </a:solidFill>
              </a:rPr>
              <a:t>DATA / TASK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0692835C-0FA5-4765-9D4A-198D4C98D192}"/>
              </a:ext>
            </a:extLst>
          </p:cNvPr>
          <p:cNvSpPr>
            <a:spLocks noGrp="1"/>
          </p:cNvSpPr>
          <p:nvPr/>
        </p:nvSpPr>
        <p:spPr>
          <a:xfrm>
            <a:off x="1466850" y="8924925"/>
            <a:ext cx="50292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153A35"/>
                </a:solidFill>
              </a:defRPr>
            </a:defPPr>
            <a:lvl1pPr>
              <a:defRPr sz="825" b="0">
                <a:solidFill>
                  <a:srgbClr val="153A35"/>
                </a:solidFill>
              </a:defRPr>
            </a:lvl1pPr>
            <a:lvl2pPr>
              <a:defRPr sz="825" b="0">
                <a:solidFill>
                  <a:srgbClr val="153A35"/>
                </a:solidFill>
              </a:defRPr>
            </a:lvl2pPr>
            <a:lvl3pPr>
              <a:defRPr sz="825" b="0">
                <a:solidFill>
                  <a:srgbClr val="153A35"/>
                </a:solidFill>
              </a:defRPr>
            </a:lvl3pPr>
            <a:lvl4pPr>
              <a:defRPr sz="825" b="0">
                <a:solidFill>
                  <a:srgbClr val="153A35"/>
                </a:solidFill>
              </a:defRPr>
            </a:lvl4pPr>
            <a:lvl5pPr>
              <a:defRPr sz="825" b="0">
                <a:solidFill>
                  <a:srgbClr val="153A35"/>
                </a:solidFill>
              </a:defRPr>
            </a:lvl5pPr>
            <a:lvl6pPr>
              <a:defRPr sz="825" b="0">
                <a:solidFill>
                  <a:srgbClr val="153A35"/>
                </a:solidFill>
              </a:defRPr>
            </a:lvl6pPr>
            <a:lvl7pPr>
              <a:defRPr sz="825" b="0">
                <a:solidFill>
                  <a:srgbClr val="153A35"/>
                </a:solidFill>
              </a:defRPr>
            </a:lvl7pPr>
            <a:lvl8pPr>
              <a:defRPr sz="825" b="0">
                <a:solidFill>
                  <a:srgbClr val="153A35"/>
                </a:solidFill>
              </a:defRPr>
            </a:lvl8pPr>
            <a:lvl9pPr>
              <a:defRPr sz="825" b="0">
                <a:solidFill>
                  <a:srgbClr val="153A35"/>
                </a:solidFill>
              </a:defRPr>
            </a:lvl9pPr>
          </a:lstStyle>
          <a:p>
            <a:pPr>
              <a:defRPr sz="825" b="0">
                <a:solidFill>
                  <a:srgbClr val="153A35"/>
                </a:solidFill>
              </a:defRPr>
            </a:pPr>
            <a:r>
              <a:rPr sz="825" b="0">
                <a:solidFill>
                  <a:srgbClr val="153A35"/>
                </a:solidFill>
              </a:rPr>
              <a:t>82 records and 67 relations; rights and coordinates need audit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0D23BD82-CB38-4192-9E4C-DFCB6A9B4566}"/>
              </a:ext>
            </a:extLst>
          </p:cNvPr>
          <p:cNvSpPr>
            <a:spLocks noGrp="1"/>
          </p:cNvSpPr>
          <p:nvPr/>
        </p:nvSpPr>
        <p:spPr>
          <a:xfrm>
            <a:off x="438150" y="9210675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A64A36"/>
                </a:solidFill>
              </a:defRPr>
            </a:defPPr>
            <a:lvl1pPr>
              <a:defRPr sz="825" b="1">
                <a:solidFill>
                  <a:srgbClr val="A64A36"/>
                </a:solidFill>
              </a:defRPr>
            </a:lvl1pPr>
            <a:lvl2pPr>
              <a:defRPr sz="825" b="1">
                <a:solidFill>
                  <a:srgbClr val="A64A36"/>
                </a:solidFill>
              </a:defRPr>
            </a:lvl2pPr>
            <a:lvl3pPr>
              <a:defRPr sz="825" b="1">
                <a:solidFill>
                  <a:srgbClr val="A64A36"/>
                </a:solidFill>
              </a:defRPr>
            </a:lvl3pPr>
            <a:lvl4pPr>
              <a:defRPr sz="825" b="1">
                <a:solidFill>
                  <a:srgbClr val="A64A36"/>
                </a:solidFill>
              </a:defRPr>
            </a:lvl4pPr>
            <a:lvl5pPr>
              <a:defRPr sz="825" b="1">
                <a:solidFill>
                  <a:srgbClr val="A64A36"/>
                </a:solidFill>
              </a:defRPr>
            </a:lvl5pPr>
            <a:lvl6pPr>
              <a:defRPr sz="825" b="1">
                <a:solidFill>
                  <a:srgbClr val="A64A36"/>
                </a:solidFill>
              </a:defRPr>
            </a:lvl6pPr>
            <a:lvl7pPr>
              <a:defRPr sz="825" b="1">
                <a:solidFill>
                  <a:srgbClr val="A64A36"/>
                </a:solidFill>
              </a:defRPr>
            </a:lvl7pPr>
            <a:lvl8pPr>
              <a:defRPr sz="825" b="1">
                <a:solidFill>
                  <a:srgbClr val="A64A36"/>
                </a:solidFill>
              </a:defRPr>
            </a:lvl8pPr>
            <a:lvl9pPr>
              <a:defRPr sz="825" b="1">
                <a:solidFill>
                  <a:srgbClr val="A64A36"/>
                </a:solidFill>
              </a:defRPr>
            </a:lvl9pPr>
          </a:lstStyle>
          <a:p>
            <a:pPr>
              <a:defRPr sz="825" b="1">
                <a:solidFill>
                  <a:srgbClr val="A64A36"/>
                </a:solidFill>
              </a:defRPr>
            </a:pPr>
            <a:r>
              <a:rPr sz="825" b="1">
                <a:solidFill>
                  <a:srgbClr val="A64A36"/>
                </a:solidFill>
              </a:rPr>
              <a:t>IDIOM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C56F6FAC-D707-4183-A0E8-D5165704B095}"/>
              </a:ext>
            </a:extLst>
          </p:cNvPr>
          <p:cNvSpPr>
            <a:spLocks noGrp="1"/>
          </p:cNvSpPr>
          <p:nvPr/>
        </p:nvSpPr>
        <p:spPr>
          <a:xfrm>
            <a:off x="1466850" y="9191625"/>
            <a:ext cx="50292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153A35"/>
                </a:solidFill>
              </a:defRPr>
            </a:defPPr>
            <a:lvl1pPr>
              <a:defRPr sz="825" b="0">
                <a:solidFill>
                  <a:srgbClr val="153A35"/>
                </a:solidFill>
              </a:defRPr>
            </a:lvl1pPr>
            <a:lvl2pPr>
              <a:defRPr sz="825" b="0">
                <a:solidFill>
                  <a:srgbClr val="153A35"/>
                </a:solidFill>
              </a:defRPr>
            </a:lvl2pPr>
            <a:lvl3pPr>
              <a:defRPr sz="825" b="0">
                <a:solidFill>
                  <a:srgbClr val="153A35"/>
                </a:solidFill>
              </a:defRPr>
            </a:lvl3pPr>
            <a:lvl4pPr>
              <a:defRPr sz="825" b="0">
                <a:solidFill>
                  <a:srgbClr val="153A35"/>
                </a:solidFill>
              </a:defRPr>
            </a:lvl4pPr>
            <a:lvl5pPr>
              <a:defRPr sz="825" b="0">
                <a:solidFill>
                  <a:srgbClr val="153A35"/>
                </a:solidFill>
              </a:defRPr>
            </a:lvl5pPr>
            <a:lvl6pPr>
              <a:defRPr sz="825" b="0">
                <a:solidFill>
                  <a:srgbClr val="153A35"/>
                </a:solidFill>
              </a:defRPr>
            </a:lvl6pPr>
            <a:lvl7pPr>
              <a:defRPr sz="825" b="0">
                <a:solidFill>
                  <a:srgbClr val="153A35"/>
                </a:solidFill>
              </a:defRPr>
            </a:lvl7pPr>
            <a:lvl8pPr>
              <a:defRPr sz="825" b="0">
                <a:solidFill>
                  <a:srgbClr val="153A35"/>
                </a:solidFill>
              </a:defRPr>
            </a:lvl8pPr>
            <a:lvl9pPr>
              <a:defRPr sz="825" b="0">
                <a:solidFill>
                  <a:srgbClr val="153A35"/>
                </a:solidFill>
              </a:defRPr>
            </a:lvl9pPr>
          </a:lstStyle>
          <a:p>
            <a:pPr>
              <a:defRPr sz="825" b="0">
                <a:solidFill>
                  <a:srgbClr val="153A35"/>
                </a:solidFill>
              </a:defRPr>
            </a:pPr>
            <a:r>
              <a:rPr sz="825" b="0">
                <a:solidFill>
                  <a:srgbClr val="153A35"/>
                </a:solidFill>
              </a:rPr>
              <a:t>Map, Patterns, and details visible; interpretation and access untested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3F23756F-F27F-48C4-B0EB-5FD8F9177A5A}"/>
              </a:ext>
            </a:extLst>
          </p:cNvPr>
          <p:cNvSpPr>
            <a:spLocks noGrp="1"/>
          </p:cNvSpPr>
          <p:nvPr/>
        </p:nvSpPr>
        <p:spPr>
          <a:xfrm>
            <a:off x="438150" y="9477375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A64A36"/>
                </a:solidFill>
              </a:defRPr>
            </a:defPPr>
            <a:lvl1pPr>
              <a:defRPr sz="825" b="1">
                <a:solidFill>
                  <a:srgbClr val="A64A36"/>
                </a:solidFill>
              </a:defRPr>
            </a:lvl1pPr>
            <a:lvl2pPr>
              <a:defRPr sz="825" b="1">
                <a:solidFill>
                  <a:srgbClr val="A64A36"/>
                </a:solidFill>
              </a:defRPr>
            </a:lvl2pPr>
            <a:lvl3pPr>
              <a:defRPr sz="825" b="1">
                <a:solidFill>
                  <a:srgbClr val="A64A36"/>
                </a:solidFill>
              </a:defRPr>
            </a:lvl3pPr>
            <a:lvl4pPr>
              <a:defRPr sz="825" b="1">
                <a:solidFill>
                  <a:srgbClr val="A64A36"/>
                </a:solidFill>
              </a:defRPr>
            </a:lvl4pPr>
            <a:lvl5pPr>
              <a:defRPr sz="825" b="1">
                <a:solidFill>
                  <a:srgbClr val="A64A36"/>
                </a:solidFill>
              </a:defRPr>
            </a:lvl5pPr>
            <a:lvl6pPr>
              <a:defRPr sz="825" b="1">
                <a:solidFill>
                  <a:srgbClr val="A64A36"/>
                </a:solidFill>
              </a:defRPr>
            </a:lvl6pPr>
            <a:lvl7pPr>
              <a:defRPr sz="825" b="1">
                <a:solidFill>
                  <a:srgbClr val="A64A36"/>
                </a:solidFill>
              </a:defRPr>
            </a:lvl7pPr>
            <a:lvl8pPr>
              <a:defRPr sz="825" b="1">
                <a:solidFill>
                  <a:srgbClr val="A64A36"/>
                </a:solidFill>
              </a:defRPr>
            </a:lvl8pPr>
            <a:lvl9pPr>
              <a:defRPr sz="825" b="1">
                <a:solidFill>
                  <a:srgbClr val="A64A36"/>
                </a:solidFill>
              </a:defRPr>
            </a:lvl9pPr>
          </a:lstStyle>
          <a:p>
            <a:pPr>
              <a:defRPr sz="825" b="1">
                <a:solidFill>
                  <a:srgbClr val="A64A36"/>
                </a:solidFill>
              </a:defRPr>
            </a:pPr>
            <a:r>
              <a:rPr sz="825" b="1">
                <a:solidFill>
                  <a:srgbClr val="A64A36"/>
                </a:solidFill>
              </a:rPr>
              <a:t>ALGORITHM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DDD13247-A933-4C32-ACE8-DF158D77BF35}"/>
              </a:ext>
            </a:extLst>
          </p:cNvPr>
          <p:cNvSpPr>
            <a:spLocks noGrp="1"/>
          </p:cNvSpPr>
          <p:nvPr/>
        </p:nvSpPr>
        <p:spPr>
          <a:xfrm>
            <a:off x="1466850" y="9458325"/>
            <a:ext cx="50292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153A35"/>
                </a:solidFill>
              </a:defRPr>
            </a:defPPr>
            <a:lvl1pPr>
              <a:defRPr sz="825" b="0">
                <a:solidFill>
                  <a:srgbClr val="153A35"/>
                </a:solidFill>
              </a:defRPr>
            </a:lvl1pPr>
            <a:lvl2pPr>
              <a:defRPr sz="825" b="0">
                <a:solidFill>
                  <a:srgbClr val="153A35"/>
                </a:solidFill>
              </a:defRPr>
            </a:lvl2pPr>
            <a:lvl3pPr>
              <a:defRPr sz="825" b="0">
                <a:solidFill>
                  <a:srgbClr val="153A35"/>
                </a:solidFill>
              </a:defRPr>
            </a:lvl3pPr>
            <a:lvl4pPr>
              <a:defRPr sz="825" b="0">
                <a:solidFill>
                  <a:srgbClr val="153A35"/>
                </a:solidFill>
              </a:defRPr>
            </a:lvl4pPr>
            <a:lvl5pPr>
              <a:defRPr sz="825" b="0">
                <a:solidFill>
                  <a:srgbClr val="153A35"/>
                </a:solidFill>
              </a:defRPr>
            </a:lvl5pPr>
            <a:lvl6pPr>
              <a:defRPr sz="825" b="0">
                <a:solidFill>
                  <a:srgbClr val="153A35"/>
                </a:solidFill>
              </a:defRPr>
            </a:lvl6pPr>
            <a:lvl7pPr>
              <a:defRPr sz="825" b="0">
                <a:solidFill>
                  <a:srgbClr val="153A35"/>
                </a:solidFill>
              </a:defRPr>
            </a:lvl7pPr>
            <a:lvl8pPr>
              <a:defRPr sz="825" b="0">
                <a:solidFill>
                  <a:srgbClr val="153A35"/>
                </a:solidFill>
              </a:defRPr>
            </a:lvl8pPr>
            <a:lvl9pPr>
              <a:defRPr sz="825" b="0">
                <a:solidFill>
                  <a:srgbClr val="153A35"/>
                </a:solidFill>
              </a:defRPr>
            </a:lvl9pPr>
          </a:lstStyle>
          <a:p>
            <a:pPr>
              <a:defRPr sz="825" b="0">
                <a:solidFill>
                  <a:srgbClr val="153A35"/>
                </a:solidFill>
              </a:defRPr>
            </a:pPr>
            <a:r>
              <a:rPr sz="825" b="0">
                <a:solidFill>
                  <a:srgbClr val="153A35"/>
                </a:solidFill>
              </a:rPr>
              <a:t>Three heuristics visible; no live traffic, hours, or accessible-routing data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948E43F9-B238-4B52-AEDC-B0B2B2CE1FE7}"/>
              </a:ext>
            </a:extLst>
          </p:cNvPr>
          <p:cNvSpPr>
            <a:spLocks noGrp="1"/>
          </p:cNvSpPr>
          <p:nvPr/>
        </p:nvSpPr>
        <p:spPr>
          <a:xfrm>
            <a:off x="438150" y="9801225"/>
            <a:ext cx="604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405D72"/>
                </a:solidFill>
              </a:defRPr>
            </a:defPPr>
            <a:lvl1pPr>
              <a:defRPr sz="825" b="1">
                <a:solidFill>
                  <a:srgbClr val="405D72"/>
                </a:solidFill>
              </a:defRPr>
            </a:lvl1pPr>
            <a:lvl2pPr>
              <a:defRPr sz="825" b="1">
                <a:solidFill>
                  <a:srgbClr val="405D72"/>
                </a:solidFill>
              </a:defRPr>
            </a:lvl2pPr>
            <a:lvl3pPr>
              <a:defRPr sz="825" b="1">
                <a:solidFill>
                  <a:srgbClr val="405D72"/>
                </a:solidFill>
              </a:defRPr>
            </a:lvl3pPr>
            <a:lvl4pPr>
              <a:defRPr sz="825" b="1">
                <a:solidFill>
                  <a:srgbClr val="405D72"/>
                </a:solidFill>
              </a:defRPr>
            </a:lvl4pPr>
            <a:lvl5pPr>
              <a:defRPr sz="825" b="1">
                <a:solidFill>
                  <a:srgbClr val="405D72"/>
                </a:solidFill>
              </a:defRPr>
            </a:lvl5pPr>
            <a:lvl6pPr>
              <a:defRPr sz="825" b="1">
                <a:solidFill>
                  <a:srgbClr val="405D72"/>
                </a:solidFill>
              </a:defRPr>
            </a:lvl6pPr>
            <a:lvl7pPr>
              <a:defRPr sz="825" b="1">
                <a:solidFill>
                  <a:srgbClr val="405D72"/>
                </a:solidFill>
              </a:defRPr>
            </a:lvl7pPr>
            <a:lvl8pPr>
              <a:defRPr sz="825" b="1">
                <a:solidFill>
                  <a:srgbClr val="405D72"/>
                </a:solidFill>
              </a:defRPr>
            </a:lvl8pPr>
            <a:lvl9pPr>
              <a:defRPr sz="825" b="1">
                <a:solidFill>
                  <a:srgbClr val="405D72"/>
                </a:solidFill>
              </a:defRPr>
            </a:lvl9pPr>
          </a:lstStyle>
          <a:p>
            <a:pPr>
              <a:defRPr sz="825" b="1">
                <a:solidFill>
                  <a:srgbClr val="405D72"/>
                </a:solidFill>
              </a:defRPr>
            </a:pPr>
            <a:r>
              <a:rPr sz="825" b="1">
                <a:solidFill>
                  <a:srgbClr val="405D72"/>
                </a:solidFill>
              </a:rPr>
              <a:t>Next check: recruit visitors and cultural stewards with permission; test source explanation, keyboard path, and route-limit interpretation. Owners: team.</a:t>
            </a: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16A52ABA-A753-4F1C-AA2A-1EE7E08618DA}"/>
              </a:ext>
            </a:extLst>
          </p:cNvPr>
          <p:cNvSpPr>
            <a:spLocks noGrp="1"/>
          </p:cNvSpPr>
          <p:nvPr/>
        </p:nvSpPr>
        <p:spPr>
          <a:xfrm>
            <a:off x="6819900" y="76581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A64A36"/>
                </a:solidFill>
              </a:defRPr>
            </a:defPPr>
            <a:lvl1pPr>
              <a:defRPr sz="975" b="1">
                <a:solidFill>
                  <a:srgbClr val="A64A36"/>
                </a:solidFill>
              </a:defRPr>
            </a:lvl1pPr>
            <a:lvl2pPr>
              <a:defRPr sz="975" b="1">
                <a:solidFill>
                  <a:srgbClr val="A64A36"/>
                </a:solidFill>
              </a:defRPr>
            </a:lvl2pPr>
            <a:lvl3pPr>
              <a:defRPr sz="975" b="1">
                <a:solidFill>
                  <a:srgbClr val="A64A36"/>
                </a:solidFill>
              </a:defRPr>
            </a:lvl3pPr>
            <a:lvl4pPr>
              <a:defRPr sz="975" b="1">
                <a:solidFill>
                  <a:srgbClr val="A64A36"/>
                </a:solidFill>
              </a:defRPr>
            </a:lvl4pPr>
            <a:lvl5pPr>
              <a:defRPr sz="975" b="1">
                <a:solidFill>
                  <a:srgbClr val="A64A36"/>
                </a:solidFill>
              </a:defRPr>
            </a:lvl5pPr>
            <a:lvl6pPr>
              <a:defRPr sz="975" b="1">
                <a:solidFill>
                  <a:srgbClr val="A64A36"/>
                </a:solidFill>
              </a:defRPr>
            </a:lvl6pPr>
            <a:lvl7pPr>
              <a:defRPr sz="975" b="1">
                <a:solidFill>
                  <a:srgbClr val="A64A36"/>
                </a:solidFill>
              </a:defRPr>
            </a:lvl7pPr>
            <a:lvl8pPr>
              <a:defRPr sz="975" b="1">
                <a:solidFill>
                  <a:srgbClr val="A64A36"/>
                </a:solidFill>
              </a:defRPr>
            </a:lvl8pPr>
            <a:lvl9pPr>
              <a:defRPr sz="975" b="1">
                <a:solidFill>
                  <a:srgbClr val="A64A36"/>
                </a:solidFill>
              </a:defRPr>
            </a:lvl9pPr>
          </a:lstStyle>
          <a:p>
            <a:pPr>
              <a:defRPr sz="975" b="1">
                <a:solidFill>
                  <a:srgbClr val="A64A36"/>
                </a:solidFill>
              </a:defRPr>
            </a:pPr>
            <a:r>
              <a:rPr sz="975" b="1">
                <a:solidFill>
                  <a:srgbClr val="A64A36"/>
                </a:solidFill>
              </a:rPr>
              <a:t>03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34C0276A-FD95-4903-9168-6AC347DE1686}"/>
              </a:ext>
            </a:extLst>
          </p:cNvPr>
          <p:cNvSpPr>
            <a:spLocks noGrp="1"/>
          </p:cNvSpPr>
          <p:nvPr/>
        </p:nvSpPr>
        <p:spPr>
          <a:xfrm>
            <a:off x="7229475" y="7639050"/>
            <a:ext cx="833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153A35"/>
                </a:solidFill>
              </a:defRPr>
            </a:defPPr>
            <a:lvl1pPr>
              <a:defRPr sz="1575" b="1">
                <a:solidFill>
                  <a:srgbClr val="153A35"/>
                </a:solidFill>
              </a:defRPr>
            </a:lvl1pPr>
            <a:lvl2pPr>
              <a:defRPr sz="1575" b="1">
                <a:solidFill>
                  <a:srgbClr val="153A35"/>
                </a:solidFill>
              </a:defRPr>
            </a:lvl2pPr>
            <a:lvl3pPr>
              <a:defRPr sz="1575" b="1">
                <a:solidFill>
                  <a:srgbClr val="153A35"/>
                </a:solidFill>
              </a:defRPr>
            </a:lvl3pPr>
            <a:lvl4pPr>
              <a:defRPr sz="1575" b="1">
                <a:solidFill>
                  <a:srgbClr val="153A35"/>
                </a:solidFill>
              </a:defRPr>
            </a:lvl4pPr>
            <a:lvl5pPr>
              <a:defRPr sz="1575" b="1">
                <a:solidFill>
                  <a:srgbClr val="153A35"/>
                </a:solidFill>
              </a:defRPr>
            </a:lvl5pPr>
            <a:lvl6pPr>
              <a:defRPr sz="1575" b="1">
                <a:solidFill>
                  <a:srgbClr val="153A35"/>
                </a:solidFill>
              </a:defRPr>
            </a:lvl6pPr>
            <a:lvl7pPr>
              <a:defRPr sz="1575" b="1">
                <a:solidFill>
                  <a:srgbClr val="153A35"/>
                </a:solidFill>
              </a:defRPr>
            </a:lvl7pPr>
            <a:lvl8pPr>
              <a:defRPr sz="1575" b="1">
                <a:solidFill>
                  <a:srgbClr val="153A35"/>
                </a:solidFill>
              </a:defRPr>
            </a:lvl8pPr>
            <a:lvl9pPr>
              <a:defRPr sz="1575" b="1">
                <a:solidFill>
                  <a:srgbClr val="153A35"/>
                </a:solidFill>
              </a:defRPr>
            </a:lvl9pPr>
          </a:lstStyle>
          <a:p>
            <a:pPr>
              <a:defRPr sz="1575" b="1">
                <a:solidFill>
                  <a:srgbClr val="153A35"/>
                </a:solidFill>
              </a:defRPr>
            </a:pPr>
            <a:r>
              <a:rPr sz="1575" b="1">
                <a:solidFill>
                  <a:srgbClr val="153A35"/>
                </a:solidFill>
              </a:rPr>
              <a:t>Full acknowledgements and credits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DAAD8DB1-6E57-444C-81D2-45E142A6449B}"/>
              </a:ext>
            </a:extLst>
          </p:cNvPr>
          <p:cNvSpPr>
            <a:spLocks noGrp="1"/>
          </p:cNvSpPr>
          <p:nvPr/>
        </p:nvSpPr>
        <p:spPr>
          <a:xfrm>
            <a:off x="6819900" y="7943850"/>
            <a:ext cx="8743950" cy="19050"/>
          </a:xfrm>
          <a:prstGeom prst="rect">
            <a:avLst/>
          </a:prstGeom>
          <a:solidFill>
            <a:srgbClr val="13796F"/>
          </a:solidFill>
          <a:ln w="0">
            <a:noFill/>
            <a:prstDash val="solid"/>
          </a:ln>
        </p:spPr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C086789D-3041-4846-8278-188968676CD8}"/>
              </a:ext>
            </a:extLst>
          </p:cNvPr>
          <p:cNvSpPr>
            <a:spLocks noGrp="1"/>
          </p:cNvSpPr>
          <p:nvPr/>
        </p:nvSpPr>
        <p:spPr>
          <a:xfrm>
            <a:off x="6819900" y="8058150"/>
            <a:ext cx="86677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153A35"/>
                </a:solidFill>
              </a:defRPr>
            </a:defPPr>
            <a:lvl1pPr>
              <a:defRPr sz="900" b="0">
                <a:solidFill>
                  <a:srgbClr val="153A35"/>
                </a:solidFill>
              </a:defRPr>
            </a:lvl1pPr>
            <a:lvl2pPr>
              <a:defRPr sz="900" b="0">
                <a:solidFill>
                  <a:srgbClr val="153A35"/>
                </a:solidFill>
              </a:defRPr>
            </a:lvl2pPr>
            <a:lvl3pPr>
              <a:defRPr sz="900" b="0">
                <a:solidFill>
                  <a:srgbClr val="153A35"/>
                </a:solidFill>
              </a:defRPr>
            </a:lvl3pPr>
            <a:lvl4pPr>
              <a:defRPr sz="900" b="0">
                <a:solidFill>
                  <a:srgbClr val="153A35"/>
                </a:solidFill>
              </a:defRPr>
            </a:lvl4pPr>
            <a:lvl5pPr>
              <a:defRPr sz="900" b="0">
                <a:solidFill>
                  <a:srgbClr val="153A35"/>
                </a:solidFill>
              </a:defRPr>
            </a:lvl5pPr>
            <a:lvl6pPr>
              <a:defRPr sz="900" b="0">
                <a:solidFill>
                  <a:srgbClr val="153A35"/>
                </a:solidFill>
              </a:defRPr>
            </a:lvl6pPr>
            <a:lvl7pPr>
              <a:defRPr sz="900" b="0">
                <a:solidFill>
                  <a:srgbClr val="153A35"/>
                </a:solidFill>
              </a:defRPr>
            </a:lvl7pPr>
            <a:lvl8pPr>
              <a:defRPr sz="900" b="0">
                <a:solidFill>
                  <a:srgbClr val="153A35"/>
                </a:solidFill>
              </a:defRPr>
            </a:lvl8pPr>
            <a:lvl9pPr>
              <a:defRPr sz="900" b="0">
                <a:solidFill>
                  <a:srgbClr val="153A35"/>
                </a:solidFill>
              </a:defRPr>
            </a:lvl9pPr>
          </a:lstStyle>
          <a:p>
            <a:pPr>
              <a:defRPr sz="900" b="0">
                <a:solidFill>
                  <a:srgbClr val="153A35"/>
                </a:solidFill>
              </a:defRPr>
            </a:pPr>
            <a:r>
              <a:rPr sz="900" b="0">
                <a:solidFill>
                  <a:srgbClr val="153A35"/>
                </a:solidFill>
              </a:rPr>
              <a:t>Instructor: Prof. Luyao Zhang. Peer feedback: Michelle Clark (route + marker meaning); Andi Wan (clearer controls and next action); Jiaxin Wang (relationship validation); Tingyi Xiao (node-link value and steps); Zhixin Liu; Yixuan Chen. Resulting changes: bilingual onboarding, richer details and sources, clearer guidance, widened save eligibility, and route comparison.</a:t>
            </a: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76EA6B65-F066-494B-AEB1-8C1402888045}"/>
              </a:ext>
            </a:extLst>
          </p:cNvPr>
          <p:cNvSpPr>
            <a:spLocks noGrp="1"/>
          </p:cNvSpPr>
          <p:nvPr/>
        </p:nvSpPr>
        <p:spPr>
          <a:xfrm>
            <a:off x="6819900" y="8715375"/>
            <a:ext cx="866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153A35"/>
                </a:solidFill>
              </a:defRPr>
            </a:defPPr>
            <a:lvl1pPr>
              <a:defRPr sz="900" b="0">
                <a:solidFill>
                  <a:srgbClr val="153A35"/>
                </a:solidFill>
              </a:defRPr>
            </a:lvl1pPr>
            <a:lvl2pPr>
              <a:defRPr sz="900" b="0">
                <a:solidFill>
                  <a:srgbClr val="153A35"/>
                </a:solidFill>
              </a:defRPr>
            </a:lvl2pPr>
            <a:lvl3pPr>
              <a:defRPr sz="900" b="0">
                <a:solidFill>
                  <a:srgbClr val="153A35"/>
                </a:solidFill>
              </a:defRPr>
            </a:lvl3pPr>
            <a:lvl4pPr>
              <a:defRPr sz="900" b="0">
                <a:solidFill>
                  <a:srgbClr val="153A35"/>
                </a:solidFill>
              </a:defRPr>
            </a:lvl4pPr>
            <a:lvl5pPr>
              <a:defRPr sz="900" b="0">
                <a:solidFill>
                  <a:srgbClr val="153A35"/>
                </a:solidFill>
              </a:defRPr>
            </a:lvl5pPr>
            <a:lvl6pPr>
              <a:defRPr sz="900" b="0">
                <a:solidFill>
                  <a:srgbClr val="153A35"/>
                </a:solidFill>
              </a:defRPr>
            </a:lvl6pPr>
            <a:lvl7pPr>
              <a:defRPr sz="900" b="0">
                <a:solidFill>
                  <a:srgbClr val="153A35"/>
                </a:solidFill>
              </a:defRPr>
            </a:lvl7pPr>
            <a:lvl8pPr>
              <a:defRPr sz="900" b="0">
                <a:solidFill>
                  <a:srgbClr val="153A35"/>
                </a:solidFill>
              </a:defRPr>
            </a:lvl8pPr>
            <a:lvl9pPr>
              <a:defRPr sz="900" b="0">
                <a:solidFill>
                  <a:srgbClr val="153A35"/>
                </a:solidFill>
              </a:defRPr>
            </a:lvl9pPr>
          </a:lstStyle>
          <a:p>
            <a:pPr>
              <a:defRPr sz="900" b="0">
                <a:solidFill>
                  <a:srgbClr val="153A35"/>
                </a:solidFill>
              </a:defRPr>
            </a:pPr>
            <a:r>
              <a:rPr sz="900" b="0">
                <a:solidFill>
                  <a:srgbClr val="153A35"/>
                </a:solidFill>
              </a:rPr>
              <a:t>Field context: Tencent’s Shanghai Office; Shanghai Science and Technology Museum; Jinxi Intangible Cultural Heritage Museum; China Ancient Brick and Tile Museum. These visits informed the project; they do not imply endorsement or co-design.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4BCAAB47-04AD-44EC-B06C-DFDC469B48B8}"/>
              </a:ext>
            </a:extLst>
          </p:cNvPr>
          <p:cNvSpPr>
            <a:spLocks noGrp="1"/>
          </p:cNvSpPr>
          <p:nvPr/>
        </p:nvSpPr>
        <p:spPr>
          <a:xfrm>
            <a:off x="6819900" y="9163050"/>
            <a:ext cx="8667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153A35"/>
                </a:solidFill>
              </a:defRPr>
            </a:defPPr>
            <a:lvl1pPr>
              <a:defRPr sz="825" b="0">
                <a:solidFill>
                  <a:srgbClr val="153A35"/>
                </a:solidFill>
              </a:defRPr>
            </a:lvl1pPr>
            <a:lvl2pPr>
              <a:defRPr sz="825" b="0">
                <a:solidFill>
                  <a:srgbClr val="153A35"/>
                </a:solidFill>
              </a:defRPr>
            </a:lvl2pPr>
            <a:lvl3pPr>
              <a:defRPr sz="825" b="0">
                <a:solidFill>
                  <a:srgbClr val="153A35"/>
                </a:solidFill>
              </a:defRPr>
            </a:lvl3pPr>
            <a:lvl4pPr>
              <a:defRPr sz="825" b="0">
                <a:solidFill>
                  <a:srgbClr val="153A35"/>
                </a:solidFill>
              </a:defRPr>
            </a:lvl4pPr>
            <a:lvl5pPr>
              <a:defRPr sz="825" b="0">
                <a:solidFill>
                  <a:srgbClr val="153A35"/>
                </a:solidFill>
              </a:defRPr>
            </a:lvl5pPr>
            <a:lvl6pPr>
              <a:defRPr sz="825" b="0">
                <a:solidFill>
                  <a:srgbClr val="153A35"/>
                </a:solidFill>
              </a:defRPr>
            </a:lvl6pPr>
            <a:lvl7pPr>
              <a:defRPr sz="825" b="0">
                <a:solidFill>
                  <a:srgbClr val="153A35"/>
                </a:solidFill>
              </a:defRPr>
            </a:lvl7pPr>
            <a:lvl8pPr>
              <a:defRPr sz="825" b="0">
                <a:solidFill>
                  <a:srgbClr val="153A35"/>
                </a:solidFill>
              </a:defRPr>
            </a:lvl8pPr>
            <a:lvl9pPr>
              <a:defRPr sz="825" b="0">
                <a:solidFill>
                  <a:srgbClr val="153A35"/>
                </a:solidFill>
              </a:defRPr>
            </a:lvl9pPr>
          </a:lstStyle>
          <a:p>
            <a:pPr>
              <a:defRPr sz="825" b="0">
                <a:solidFill>
                  <a:srgbClr val="153A35"/>
                </a:solidFill>
              </a:defRPr>
            </a:pPr>
            <a:r>
              <a:rPr sz="825" b="0">
                <a:solidFill>
                  <a:srgbClr val="153A35"/>
                </a:solidFill>
              </a:rPr>
              <a:t>Reused: Leaflet; AMap and OpenStreetMap map data; JuniceLin/Kunshan-Map source dataset under MIT; per-record credited image sources; course A0 template. Team: Yihong Lin system/data; Yiran Zheng visual/interface; Sitong Chang visualization/narrative and demo video.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ED07A5DA-413D-45A3-A3B8-372EC09D5BA5}"/>
              </a:ext>
            </a:extLst>
          </p:cNvPr>
          <p:cNvSpPr>
            <a:spLocks noGrp="1"/>
          </p:cNvSpPr>
          <p:nvPr/>
        </p:nvSpPr>
        <p:spPr>
          <a:xfrm>
            <a:off x="6819900" y="9715500"/>
            <a:ext cx="8743950" cy="447675"/>
          </a:xfrm>
          <a:prstGeom prst="rect">
            <a:avLst/>
          </a:prstGeom>
          <a:solidFill>
            <a:srgbClr val="FFF4DE"/>
          </a:solidFill>
          <a:ln w="9525">
            <a:solidFill>
              <a:srgbClr val="FD9D24"/>
            </a:solidFill>
            <a:prstDash val="solid"/>
          </a:ln>
        </p:spPr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EA3AA5CA-7B0B-47EC-99E5-A52939DEE6E0}"/>
              </a:ext>
            </a:extLst>
          </p:cNvPr>
          <p:cNvSpPr>
            <a:spLocks noGrp="1"/>
          </p:cNvSpPr>
          <p:nvPr/>
        </p:nvSpPr>
        <p:spPr>
          <a:xfrm>
            <a:off x="6953250" y="9791699"/>
            <a:ext cx="847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153A35"/>
                </a:solidFill>
              </a:defRPr>
            </a:defPPr>
            <a:lvl1pPr>
              <a:defRPr sz="825" b="1">
                <a:solidFill>
                  <a:srgbClr val="153A35"/>
                </a:solidFill>
              </a:defRPr>
            </a:lvl1pPr>
            <a:lvl2pPr>
              <a:defRPr sz="825" b="1">
                <a:solidFill>
                  <a:srgbClr val="153A35"/>
                </a:solidFill>
              </a:defRPr>
            </a:lvl2pPr>
            <a:lvl3pPr>
              <a:defRPr sz="825" b="1">
                <a:solidFill>
                  <a:srgbClr val="153A35"/>
                </a:solidFill>
              </a:defRPr>
            </a:lvl3pPr>
            <a:lvl4pPr>
              <a:defRPr sz="825" b="1">
                <a:solidFill>
                  <a:srgbClr val="153A35"/>
                </a:solidFill>
              </a:defRPr>
            </a:lvl4pPr>
            <a:lvl5pPr>
              <a:defRPr sz="825" b="1">
                <a:solidFill>
                  <a:srgbClr val="153A35"/>
                </a:solidFill>
              </a:defRPr>
            </a:lvl5pPr>
            <a:lvl6pPr>
              <a:defRPr sz="825" b="1">
                <a:solidFill>
                  <a:srgbClr val="153A35"/>
                </a:solidFill>
              </a:defRPr>
            </a:lvl6pPr>
            <a:lvl7pPr>
              <a:defRPr sz="825" b="1">
                <a:solidFill>
                  <a:srgbClr val="153A35"/>
                </a:solidFill>
              </a:defRPr>
            </a:lvl7pPr>
            <a:lvl8pPr>
              <a:defRPr sz="825" b="1">
                <a:solidFill>
                  <a:srgbClr val="153A35"/>
                </a:solidFill>
              </a:defRPr>
            </a:lvl8pPr>
            <a:lvl9pPr>
              <a:defRPr sz="825" b="1">
                <a:solidFill>
                  <a:srgbClr val="153A35"/>
                </a:solidFill>
              </a:defRPr>
            </a:lvl9pPr>
          </a:lstStyle>
          <a:p>
            <a:pPr>
              <a:defRPr sz="825" b="1">
                <a:solidFill>
                  <a:srgbClr val="153A35"/>
                </a:solidFill>
              </a:defRPr>
            </a:pPr>
            <a:r>
              <a:rPr sz="825" b="1" dirty="0">
                <a:solidFill>
                  <a:srgbClr val="153A35"/>
                </a:solidFill>
              </a:rPr>
              <a:t>AI disclosure: OpenAI Codex assisted application development and documentation; ChatGPT assisted initial report drafting. The team remains responsible for claims, source checks, design decisions, code, testing, rights, and final release.</a:t>
            </a: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E2015714-598C-4A2A-A044-6FC936F97FCA}"/>
              </a:ext>
            </a:extLst>
          </p:cNvPr>
          <p:cNvSpPr>
            <a:spLocks noGrp="1"/>
          </p:cNvSpPr>
          <p:nvPr/>
        </p:nvSpPr>
        <p:spPr>
          <a:xfrm>
            <a:off x="45720" y="10334625"/>
            <a:ext cx="16002000" cy="981075"/>
          </a:xfrm>
          <a:prstGeom prst="rect">
            <a:avLst/>
          </a:prstGeom>
          <a:solidFill>
            <a:srgbClr val="153A35"/>
          </a:solidFill>
          <a:ln w="0">
            <a:noFill/>
            <a:prstDash val="solid"/>
          </a:ln>
        </p:spPr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58EA44EF-0037-45BA-9C33-E7A373D3259B}"/>
              </a:ext>
            </a:extLst>
          </p:cNvPr>
          <p:cNvSpPr>
            <a:spLocks noGrp="1"/>
          </p:cNvSpPr>
          <p:nvPr/>
        </p:nvSpPr>
        <p:spPr>
          <a:xfrm>
            <a:off x="438150" y="10358434"/>
            <a:ext cx="3333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1">
                <a:solidFill>
                  <a:srgbClr val="FFFFFF"/>
                </a:solidFill>
              </a:defRPr>
            </a:defPPr>
            <a:lvl1pPr>
              <a:defRPr sz="900" b="1">
                <a:solidFill>
                  <a:srgbClr val="FFFFFF"/>
                </a:solidFill>
              </a:defRPr>
            </a:lvl1pPr>
            <a:lvl2pPr>
              <a:defRPr sz="900" b="1">
                <a:solidFill>
                  <a:srgbClr val="FFFFFF"/>
                </a:solidFill>
              </a:defRPr>
            </a:lvl2pPr>
            <a:lvl3pPr>
              <a:defRPr sz="900" b="1">
                <a:solidFill>
                  <a:srgbClr val="FFFFFF"/>
                </a:solidFill>
              </a:defRPr>
            </a:lvl3pPr>
            <a:lvl4pPr>
              <a:defRPr sz="900" b="1">
                <a:solidFill>
                  <a:srgbClr val="FFFFFF"/>
                </a:solidFill>
              </a:defRPr>
            </a:lvl4pPr>
            <a:lvl5pPr>
              <a:defRPr sz="900" b="1">
                <a:solidFill>
                  <a:srgbClr val="FFFFFF"/>
                </a:solidFill>
              </a:defRPr>
            </a:lvl5pPr>
            <a:lvl6pPr>
              <a:defRPr sz="900" b="1">
                <a:solidFill>
                  <a:srgbClr val="FFFFFF"/>
                </a:solidFill>
              </a:defRPr>
            </a:lvl6pPr>
            <a:lvl7pPr>
              <a:defRPr sz="900" b="1">
                <a:solidFill>
                  <a:srgbClr val="FFFFFF"/>
                </a:solidFill>
              </a:defRPr>
            </a:lvl7pPr>
            <a:lvl8pPr>
              <a:defRPr sz="900" b="1">
                <a:solidFill>
                  <a:srgbClr val="FFFFFF"/>
                </a:solidFill>
              </a:defRPr>
            </a:lvl8pPr>
            <a:lvl9pPr>
              <a:defRPr sz="900" b="1">
                <a:solidFill>
                  <a:srgbClr val="FFFFFF"/>
                </a:solidFill>
              </a:defRPr>
            </a:lvl9pPr>
          </a:lstStyle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 dirty="0">
                <a:solidFill>
                  <a:srgbClr val="FFFFFF"/>
                </a:solidFill>
              </a:rPr>
              <a:t>04  OPEN THE SAME SUBMITTED VERSION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F5B02FBC-58B4-4DC8-B401-1924E83BA6C0}"/>
              </a:ext>
            </a:extLst>
          </p:cNvPr>
          <p:cNvSpPr>
            <a:spLocks noGrp="1"/>
          </p:cNvSpPr>
          <p:nvPr/>
        </p:nvSpPr>
        <p:spPr>
          <a:xfrm>
            <a:off x="438150" y="10567984"/>
            <a:ext cx="7572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675">
                <a:solidFill>
                  <a:srgbClr val="D9E8F1"/>
                </a:solidFill>
              </a:defRPr>
            </a:defPPr>
            <a:lvl1pPr>
              <a:defRPr sz="675">
                <a:solidFill>
                  <a:srgbClr val="D9E8F1"/>
                </a:solidFill>
              </a:defRPr>
            </a:lvl1pPr>
            <a:lvl2pPr>
              <a:defRPr sz="675">
                <a:solidFill>
                  <a:srgbClr val="D9E8F1"/>
                </a:solidFill>
              </a:defRPr>
            </a:lvl2pPr>
            <a:lvl3pPr>
              <a:defRPr sz="675">
                <a:solidFill>
                  <a:srgbClr val="D9E8F1"/>
                </a:solidFill>
              </a:defRPr>
            </a:lvl3pPr>
            <a:lvl4pPr>
              <a:defRPr sz="675">
                <a:solidFill>
                  <a:srgbClr val="D9E8F1"/>
                </a:solidFill>
              </a:defRPr>
            </a:lvl4pPr>
            <a:lvl5pPr>
              <a:defRPr sz="675">
                <a:solidFill>
                  <a:srgbClr val="D9E8F1"/>
                </a:solidFill>
              </a:defRPr>
            </a:lvl5pPr>
            <a:lvl6pPr>
              <a:defRPr sz="675">
                <a:solidFill>
                  <a:srgbClr val="D9E8F1"/>
                </a:solidFill>
              </a:defRPr>
            </a:lvl6pPr>
            <a:lvl7pPr>
              <a:defRPr sz="675">
                <a:solidFill>
                  <a:srgbClr val="D9E8F1"/>
                </a:solidFill>
              </a:defRPr>
            </a:lvl7pPr>
            <a:lvl8pPr>
              <a:defRPr sz="675">
                <a:solidFill>
                  <a:srgbClr val="D9E8F1"/>
                </a:solidFill>
              </a:defRPr>
            </a:lvl8pPr>
            <a:lvl9pPr>
              <a:defRPr sz="675">
                <a:solidFill>
                  <a:srgbClr val="D9E8F1"/>
                </a:solidFill>
              </a:defRPr>
            </a:lvl9pPr>
          </a:lstStyle>
          <a:p>
            <a:pPr>
              <a:defRPr sz="675">
                <a:solidFill>
                  <a:srgbClr val="D9E8F1"/>
                </a:solidFill>
              </a:defRPr>
            </a:pPr>
            <a:r>
              <a:rPr sz="675" b="1">
                <a:solidFill>
                  <a:srgbClr val="D9E8F1"/>
                </a:solidFill>
              </a:rPr>
              <a:t>Artifact: </a:t>
            </a:r>
            <a:r>
              <a:rPr sz="675" b="0">
                <a:solidFill>
                  <a:srgbClr val="D9E8F1"/>
                </a:solidFill>
                <a:hlinkClick r:id="rId7"/>
              </a:rPr>
              <a:t>https://kunshan-cultural-interactive-map.vercel.app/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9B905C22-FEC3-464E-8C6D-AD56F93D1EDA}"/>
              </a:ext>
            </a:extLst>
          </p:cNvPr>
          <p:cNvSpPr>
            <a:spLocks noGrp="1"/>
          </p:cNvSpPr>
          <p:nvPr/>
        </p:nvSpPr>
        <p:spPr>
          <a:xfrm>
            <a:off x="8248650" y="10567984"/>
            <a:ext cx="7572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675">
                <a:solidFill>
                  <a:srgbClr val="D9E8F1"/>
                </a:solidFill>
              </a:defRPr>
            </a:defPPr>
            <a:lvl1pPr>
              <a:defRPr sz="675">
                <a:solidFill>
                  <a:srgbClr val="D9E8F1"/>
                </a:solidFill>
              </a:defRPr>
            </a:lvl1pPr>
            <a:lvl2pPr>
              <a:defRPr sz="675">
                <a:solidFill>
                  <a:srgbClr val="D9E8F1"/>
                </a:solidFill>
              </a:defRPr>
            </a:lvl2pPr>
            <a:lvl3pPr>
              <a:defRPr sz="675">
                <a:solidFill>
                  <a:srgbClr val="D9E8F1"/>
                </a:solidFill>
              </a:defRPr>
            </a:lvl3pPr>
            <a:lvl4pPr>
              <a:defRPr sz="675">
                <a:solidFill>
                  <a:srgbClr val="D9E8F1"/>
                </a:solidFill>
              </a:defRPr>
            </a:lvl4pPr>
            <a:lvl5pPr>
              <a:defRPr sz="675">
                <a:solidFill>
                  <a:srgbClr val="D9E8F1"/>
                </a:solidFill>
              </a:defRPr>
            </a:lvl5pPr>
            <a:lvl6pPr>
              <a:defRPr sz="675">
                <a:solidFill>
                  <a:srgbClr val="D9E8F1"/>
                </a:solidFill>
              </a:defRPr>
            </a:lvl6pPr>
            <a:lvl7pPr>
              <a:defRPr sz="675">
                <a:solidFill>
                  <a:srgbClr val="D9E8F1"/>
                </a:solidFill>
              </a:defRPr>
            </a:lvl7pPr>
            <a:lvl8pPr>
              <a:defRPr sz="675">
                <a:solidFill>
                  <a:srgbClr val="D9E8F1"/>
                </a:solidFill>
              </a:defRPr>
            </a:lvl8pPr>
            <a:lvl9pPr>
              <a:defRPr sz="675">
                <a:solidFill>
                  <a:srgbClr val="D9E8F1"/>
                </a:solidFill>
              </a:defRPr>
            </a:lvl9pPr>
          </a:lstStyle>
          <a:p>
            <a:pPr>
              <a:defRPr sz="675">
                <a:solidFill>
                  <a:srgbClr val="D9E8F1"/>
                </a:solidFill>
              </a:defRPr>
            </a:pPr>
            <a:r>
              <a:rPr sz="675" b="1">
                <a:solidFill>
                  <a:srgbClr val="D9E8F1"/>
                </a:solidFill>
              </a:rPr>
              <a:t>Repository + commit: </a:t>
            </a:r>
            <a:r>
              <a:rPr sz="675" b="0">
                <a:solidFill>
                  <a:srgbClr val="D9E8F1"/>
                </a:solidFill>
                <a:hlinkClick r:id="rId8"/>
              </a:rPr>
              <a:t>https://github.com/YiranZheng0206/Kunshan-Cultural-Interactive-Map/tree/2eab8b7fc876711c0817cc0c41abfb8956e0b180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1403C364-BE28-4EDC-9CFE-02B56394F84D}"/>
              </a:ext>
            </a:extLst>
          </p:cNvPr>
          <p:cNvSpPr>
            <a:spLocks noGrp="1"/>
          </p:cNvSpPr>
          <p:nvPr/>
        </p:nvSpPr>
        <p:spPr>
          <a:xfrm>
            <a:off x="438150" y="10768009"/>
            <a:ext cx="7572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675">
                <a:solidFill>
                  <a:srgbClr val="D9E8F1"/>
                </a:solidFill>
              </a:defRPr>
            </a:defPPr>
            <a:lvl1pPr>
              <a:defRPr sz="675">
                <a:solidFill>
                  <a:srgbClr val="D9E8F1"/>
                </a:solidFill>
              </a:defRPr>
            </a:lvl1pPr>
            <a:lvl2pPr>
              <a:defRPr sz="675">
                <a:solidFill>
                  <a:srgbClr val="D9E8F1"/>
                </a:solidFill>
              </a:defRPr>
            </a:lvl2pPr>
            <a:lvl3pPr>
              <a:defRPr sz="675">
                <a:solidFill>
                  <a:srgbClr val="D9E8F1"/>
                </a:solidFill>
              </a:defRPr>
            </a:lvl3pPr>
            <a:lvl4pPr>
              <a:defRPr sz="675">
                <a:solidFill>
                  <a:srgbClr val="D9E8F1"/>
                </a:solidFill>
              </a:defRPr>
            </a:lvl4pPr>
            <a:lvl5pPr>
              <a:defRPr sz="675">
                <a:solidFill>
                  <a:srgbClr val="D9E8F1"/>
                </a:solidFill>
              </a:defRPr>
            </a:lvl5pPr>
            <a:lvl6pPr>
              <a:defRPr sz="675">
                <a:solidFill>
                  <a:srgbClr val="D9E8F1"/>
                </a:solidFill>
              </a:defRPr>
            </a:lvl6pPr>
            <a:lvl7pPr>
              <a:defRPr sz="675">
                <a:solidFill>
                  <a:srgbClr val="D9E8F1"/>
                </a:solidFill>
              </a:defRPr>
            </a:lvl7pPr>
            <a:lvl8pPr>
              <a:defRPr sz="675">
                <a:solidFill>
                  <a:srgbClr val="D9E8F1"/>
                </a:solidFill>
              </a:defRPr>
            </a:lvl8pPr>
            <a:lvl9pPr>
              <a:defRPr sz="675">
                <a:solidFill>
                  <a:srgbClr val="D9E8F1"/>
                </a:solidFill>
              </a:defRPr>
            </a:lvl9pPr>
          </a:lstStyle>
          <a:p>
            <a:r>
              <a:rPr sz="675" b="1" dirty="0">
                <a:solidFill>
                  <a:srgbClr val="D9E8F1"/>
                </a:solidFill>
              </a:rPr>
              <a:t>Poster</a:t>
            </a:r>
            <a:r>
              <a:rPr lang="en-US" sz="675" b="1" dirty="0">
                <a:solidFill>
                  <a:srgbClr val="D9E8F1"/>
                </a:solidFill>
              </a:rPr>
              <a:t>: </a:t>
            </a:r>
            <a:r>
              <a:rPr lang="en" altLang="zh-CN" dirty="0">
                <a:hlinkClick r:id="rId9"/>
              </a:rPr>
              <a:t>https://github.com/YiranZheng0206/Kunshan-Cultural-Interactive-Map/blob/main/Team6_INFOSCI301_FinalProject_Poster.pptx</a:t>
            </a:r>
            <a:endParaRPr lang="en" altLang="zh-CN" dirty="0"/>
          </a:p>
          <a:p>
            <a:endParaRPr lang="en" altLang="zh-CN" dirty="0"/>
          </a:p>
          <a:p>
            <a:pPr>
              <a:defRPr sz="675">
                <a:solidFill>
                  <a:srgbClr val="D9E8F1"/>
                </a:solidFill>
              </a:defRPr>
            </a:pPr>
            <a:endParaRPr sz="675" b="0" dirty="0">
              <a:solidFill>
                <a:srgbClr val="D9E8F1"/>
              </a:solidFill>
              <a:hlinkClick r:id="rId10"/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00175383-3B0D-4E2F-8FE3-7455D03FEC72}"/>
              </a:ext>
            </a:extLst>
          </p:cNvPr>
          <p:cNvSpPr>
            <a:spLocks noGrp="1"/>
          </p:cNvSpPr>
          <p:nvPr/>
        </p:nvSpPr>
        <p:spPr>
          <a:xfrm>
            <a:off x="8248650" y="10768009"/>
            <a:ext cx="7572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675">
                <a:solidFill>
                  <a:srgbClr val="D9E8F1"/>
                </a:solidFill>
              </a:defRPr>
            </a:defPPr>
            <a:lvl1pPr>
              <a:defRPr sz="675">
                <a:solidFill>
                  <a:srgbClr val="D9E8F1"/>
                </a:solidFill>
              </a:defRPr>
            </a:lvl1pPr>
            <a:lvl2pPr>
              <a:defRPr sz="675">
                <a:solidFill>
                  <a:srgbClr val="D9E8F1"/>
                </a:solidFill>
              </a:defRPr>
            </a:lvl2pPr>
            <a:lvl3pPr>
              <a:defRPr sz="675">
                <a:solidFill>
                  <a:srgbClr val="D9E8F1"/>
                </a:solidFill>
              </a:defRPr>
            </a:lvl3pPr>
            <a:lvl4pPr>
              <a:defRPr sz="675">
                <a:solidFill>
                  <a:srgbClr val="D9E8F1"/>
                </a:solidFill>
              </a:defRPr>
            </a:lvl4pPr>
            <a:lvl5pPr>
              <a:defRPr sz="675">
                <a:solidFill>
                  <a:srgbClr val="D9E8F1"/>
                </a:solidFill>
              </a:defRPr>
            </a:lvl5pPr>
            <a:lvl6pPr>
              <a:defRPr sz="675">
                <a:solidFill>
                  <a:srgbClr val="D9E8F1"/>
                </a:solidFill>
              </a:defRPr>
            </a:lvl6pPr>
            <a:lvl7pPr>
              <a:defRPr sz="675">
                <a:solidFill>
                  <a:srgbClr val="D9E8F1"/>
                </a:solidFill>
              </a:defRPr>
            </a:lvl7pPr>
            <a:lvl8pPr>
              <a:defRPr sz="675">
                <a:solidFill>
                  <a:srgbClr val="D9E8F1"/>
                </a:solidFill>
              </a:defRPr>
            </a:lvl8pPr>
            <a:lvl9pPr>
              <a:defRPr sz="675">
                <a:solidFill>
                  <a:srgbClr val="D9E8F1"/>
                </a:solidFill>
              </a:defRPr>
            </a:lvl9pPr>
          </a:lstStyle>
          <a:p>
            <a:r>
              <a:rPr sz="675" b="1" dirty="0">
                <a:solidFill>
                  <a:srgbClr val="D9E8F1"/>
                </a:solidFill>
              </a:rPr>
              <a:t>Paper</a:t>
            </a:r>
            <a:r>
              <a:rPr lang="en-US" sz="675" b="1" dirty="0">
                <a:solidFill>
                  <a:srgbClr val="D9E8F1"/>
                </a:solidFill>
              </a:rPr>
              <a:t>: </a:t>
            </a:r>
            <a:r>
              <a:rPr lang="en" altLang="zh-CN" dirty="0">
                <a:hlinkClick r:id="rId9"/>
              </a:rPr>
              <a:t>https://github.com/YiranZheng0206/Kunshan-Cultural-Interactive-Map/blob/main/Team6_INFOSCI301_FinalProject_Poster.pptx</a:t>
            </a:r>
            <a:endParaRPr lang="en" altLang="zh-CN" dirty="0"/>
          </a:p>
          <a:p>
            <a:endParaRPr lang="en" altLang="zh-CN"/>
          </a:p>
          <a:p>
            <a:pPr>
              <a:defRPr sz="675">
                <a:solidFill>
                  <a:srgbClr val="D9E8F1"/>
                </a:solidFill>
              </a:defRPr>
            </a:pPr>
            <a:endParaRPr sz="675" b="0" dirty="0">
              <a:solidFill>
                <a:srgbClr val="D9E8F1"/>
              </a:solidFill>
              <a:hlinkClick r:id="rId11"/>
            </a:endParaRP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81CD260B-EDB0-48BB-88F3-DDABBEF57C64}"/>
              </a:ext>
            </a:extLst>
          </p:cNvPr>
          <p:cNvSpPr>
            <a:spLocks noGrp="1"/>
          </p:cNvSpPr>
          <p:nvPr/>
        </p:nvSpPr>
        <p:spPr>
          <a:xfrm>
            <a:off x="438150" y="10968034"/>
            <a:ext cx="7572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675">
                <a:solidFill>
                  <a:srgbClr val="D9E8F1"/>
                </a:solidFill>
              </a:defRPr>
            </a:defPPr>
            <a:lvl1pPr>
              <a:defRPr sz="675">
                <a:solidFill>
                  <a:srgbClr val="D9E8F1"/>
                </a:solidFill>
              </a:defRPr>
            </a:lvl1pPr>
            <a:lvl2pPr>
              <a:defRPr sz="675">
                <a:solidFill>
                  <a:srgbClr val="D9E8F1"/>
                </a:solidFill>
              </a:defRPr>
            </a:lvl2pPr>
            <a:lvl3pPr>
              <a:defRPr sz="675">
                <a:solidFill>
                  <a:srgbClr val="D9E8F1"/>
                </a:solidFill>
              </a:defRPr>
            </a:lvl3pPr>
            <a:lvl4pPr>
              <a:defRPr sz="675">
                <a:solidFill>
                  <a:srgbClr val="D9E8F1"/>
                </a:solidFill>
              </a:defRPr>
            </a:lvl4pPr>
            <a:lvl5pPr>
              <a:defRPr sz="675">
                <a:solidFill>
                  <a:srgbClr val="D9E8F1"/>
                </a:solidFill>
              </a:defRPr>
            </a:lvl5pPr>
            <a:lvl6pPr>
              <a:defRPr sz="675">
                <a:solidFill>
                  <a:srgbClr val="D9E8F1"/>
                </a:solidFill>
              </a:defRPr>
            </a:lvl6pPr>
            <a:lvl7pPr>
              <a:defRPr sz="675">
                <a:solidFill>
                  <a:srgbClr val="D9E8F1"/>
                </a:solidFill>
              </a:defRPr>
            </a:lvl7pPr>
            <a:lvl8pPr>
              <a:defRPr sz="675">
                <a:solidFill>
                  <a:srgbClr val="D9E8F1"/>
                </a:solidFill>
              </a:defRPr>
            </a:lvl8pPr>
            <a:lvl9pPr>
              <a:defRPr sz="675">
                <a:solidFill>
                  <a:srgbClr val="D9E8F1"/>
                </a:solidFill>
              </a:defRPr>
            </a:lvl9pPr>
          </a:lstStyle>
          <a:p>
            <a:pPr>
              <a:defRPr sz="675">
                <a:solidFill>
                  <a:srgbClr val="D9E8F1"/>
                </a:solidFill>
              </a:defRPr>
            </a:pPr>
            <a:r>
              <a:rPr sz="675" b="1">
                <a:solidFill>
                  <a:srgbClr val="D9E8F1"/>
                </a:solidFill>
              </a:rPr>
              <a:t>Video: </a:t>
            </a:r>
            <a:r>
              <a:rPr sz="675" b="0">
                <a:solidFill>
                  <a:srgbClr val="D9E8F1"/>
                </a:solidFill>
                <a:hlinkClick r:id="rId12"/>
              </a:rPr>
              <a:t>https://github.com/YiranZheng0206/Kunshan-Cultural-Interactive-Map/blob/main/Team6_INFOSCI301_DemoVideo.mp4</a:t>
            </a:r>
          </a:p>
        </p:txBody>
      </p:sp>
    </p:spTree>
    <p:extLst>
      <p:ext uri="{BB962C8B-B14F-4D97-AF65-F5344CB8AC3E}">
        <p14:creationId xmlns:p14="http://schemas.microsoft.com/office/powerpoint/2010/main" val="17484860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1085</Words>
  <Application>Microsoft Macintosh PowerPoint</Application>
  <DocSecurity>0</DocSecurity>
  <PresentationFormat>自定义</PresentationFormat>
  <Paragraphs>110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Aptos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Yiran Zheng</cp:lastModifiedBy>
  <cp:revision>4</cp:revision>
  <dcterms:created xsi:type="dcterms:W3CDTF">2026-10-21T08:24:22Z</dcterms:created>
  <dcterms:modified xsi:type="dcterms:W3CDTF">2026-10-21T08:56:24Z</dcterms:modified>
</cp:coreProperties>
</file>